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7"/>
    <p:sldMasterId id="2147483661" r:id="rId8"/>
  </p:sldMasterIdLst>
  <p:notesMasterIdLst>
    <p:notesMasterId r:id="rId55"/>
  </p:notesMasterIdLst>
  <p:sldIdLst>
    <p:sldId id="399" r:id="rId9"/>
    <p:sldId id="400" r:id="rId10"/>
    <p:sldId id="265" r:id="rId11"/>
    <p:sldId id="313" r:id="rId12"/>
    <p:sldId id="398" r:id="rId13"/>
    <p:sldId id="301" r:id="rId14"/>
    <p:sldId id="287" r:id="rId15"/>
    <p:sldId id="288" r:id="rId16"/>
    <p:sldId id="258" r:id="rId17"/>
    <p:sldId id="259" r:id="rId18"/>
    <p:sldId id="306" r:id="rId19"/>
    <p:sldId id="260" r:id="rId20"/>
    <p:sldId id="286" r:id="rId21"/>
    <p:sldId id="285" r:id="rId22"/>
    <p:sldId id="289" r:id="rId23"/>
    <p:sldId id="261" r:id="rId24"/>
    <p:sldId id="263" r:id="rId25"/>
    <p:sldId id="303" r:id="rId26"/>
    <p:sldId id="262" r:id="rId27"/>
    <p:sldId id="274" r:id="rId28"/>
    <p:sldId id="278" r:id="rId29"/>
    <p:sldId id="279" r:id="rId30"/>
    <p:sldId id="280" r:id="rId31"/>
    <p:sldId id="308" r:id="rId32"/>
    <p:sldId id="298" r:id="rId33"/>
    <p:sldId id="299" r:id="rId34"/>
    <p:sldId id="290" r:id="rId35"/>
    <p:sldId id="396" r:id="rId36"/>
    <p:sldId id="310" r:id="rId37"/>
    <p:sldId id="266" r:id="rId38"/>
    <p:sldId id="281" r:id="rId39"/>
    <p:sldId id="267" r:id="rId40"/>
    <p:sldId id="294" r:id="rId41"/>
    <p:sldId id="300" r:id="rId42"/>
    <p:sldId id="296" r:id="rId43"/>
    <p:sldId id="269" r:id="rId44"/>
    <p:sldId id="311" r:id="rId45"/>
    <p:sldId id="312" r:id="rId46"/>
    <p:sldId id="283" r:id="rId47"/>
    <p:sldId id="401" r:id="rId48"/>
    <p:sldId id="315" r:id="rId49"/>
    <p:sldId id="316" r:id="rId50"/>
    <p:sldId id="397" r:id="rId51"/>
    <p:sldId id="275" r:id="rId52"/>
    <p:sldId id="273" r:id="rId53"/>
    <p:sldId id="256" r:id="rId5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A7B25E-FD34-4B4E-A0EF-575550A4F2D4}">
          <p14:sldIdLst>
            <p14:sldId id="399"/>
            <p14:sldId id="400"/>
          </p14:sldIdLst>
        </p14:section>
        <p14:section name="General intro" id="{60E0C8C2-6FA0-9541-95EC-7B2FAD6C96A2}">
          <p14:sldIdLst>
            <p14:sldId id="265"/>
            <p14:sldId id="313"/>
            <p14:sldId id="398"/>
          </p14:sldIdLst>
        </p14:section>
        <p14:section name="Theoretical background" id="{5D6192D1-6AA0-F44A-8EAB-3E9DA5346B90}">
          <p14:sldIdLst>
            <p14:sldId id="301"/>
            <p14:sldId id="287"/>
            <p14:sldId id="288"/>
            <p14:sldId id="258"/>
            <p14:sldId id="259"/>
            <p14:sldId id="306"/>
            <p14:sldId id="260"/>
            <p14:sldId id="286"/>
            <p14:sldId id="285"/>
            <p14:sldId id="289"/>
            <p14:sldId id="261"/>
          </p14:sldIdLst>
        </p14:section>
        <p14:section name="1. Data processing" id="{F11B7AC0-EE4A-564F-8C63-1317BFBCD0A8}">
          <p14:sldIdLst>
            <p14:sldId id="263"/>
            <p14:sldId id="303"/>
            <p14:sldId id="262"/>
            <p14:sldId id="274"/>
            <p14:sldId id="278"/>
            <p14:sldId id="279"/>
            <p14:sldId id="280"/>
            <p14:sldId id="308"/>
            <p14:sldId id="298"/>
            <p14:sldId id="299"/>
          </p14:sldIdLst>
        </p14:section>
        <p14:section name="Data set description" id="{EEAFD9C2-71AA-0041-99A3-F246D83675A8}">
          <p14:sldIdLst>
            <p14:sldId id="290"/>
            <p14:sldId id="396"/>
          </p14:sldIdLst>
        </p14:section>
        <p14:section name="Hands-on: data processing" id="{C1CF3D3A-6DF2-BD42-8892-9E69C212C8FF}">
          <p14:sldIdLst>
            <p14:sldId id="310"/>
            <p14:sldId id="266"/>
            <p14:sldId id="281"/>
          </p14:sldIdLst>
        </p14:section>
        <p14:section name="Post-processing data analysis" id="{1A4C68DF-6FE0-E64C-98FD-66B69240EBDA}">
          <p14:sldIdLst>
            <p14:sldId id="267"/>
            <p14:sldId id="294"/>
            <p14:sldId id="300"/>
            <p14:sldId id="296"/>
            <p14:sldId id="269"/>
            <p14:sldId id="311"/>
            <p14:sldId id="312"/>
            <p14:sldId id="283"/>
            <p14:sldId id="401"/>
            <p14:sldId id="315"/>
            <p14:sldId id="316"/>
            <p14:sldId id="397"/>
            <p14:sldId id="275"/>
            <p14:sldId id="273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EB110E-2BD2-F64F-A59B-DD3BAD476494}" name="Alberto Pallejà Caro" initials="" userId="S::apca@dtu.dk::119a7e7d-4691-4aaa-9cd2-232aa501473b" providerId="AD"/>
  <p188:author id="{332439D8-8614-BA94-C3DC-A2514F1D0B06}" name="Sebastian Schulz" initials="SS" userId="S::sebschu@dtu.dk::7b9eb8de-fba4-4de7-9449-93f55919c2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C6"/>
    <a:srgbClr val="1049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220FD-A00C-1E4A-8D4F-A6BB596EB501}" v="227" dt="2026-05-19T19:21:12.7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15"/>
    <p:restoredTop sz="91657"/>
  </p:normalViewPr>
  <p:slideViewPr>
    <p:cSldViewPr snapToGrid="0">
      <p:cViewPr varScale="1">
        <p:scale>
          <a:sx n="133" d="100"/>
          <a:sy n="133" d="100"/>
        </p:scale>
        <p:origin x="24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notesMaster" Target="notesMasters/notesMaster1.xml"/><Relationship Id="rId7" Type="http://schemas.openxmlformats.org/officeDocument/2006/relationships/slideMaster" Target="slideMasters/slide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theme" Target="theme/theme1.xml"/><Relationship Id="rId5" Type="http://schemas.openxmlformats.org/officeDocument/2006/relationships/customXml" Target="../customXml/item5.xml"/><Relationship Id="rId61" Type="http://schemas.microsoft.com/office/2015/10/relationships/revisionInfo" Target="revisionInfo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presProps" Target="presProps.xml"/><Relationship Id="rId8" Type="http://schemas.openxmlformats.org/officeDocument/2006/relationships/slideMaster" Target="slideMasters/slideMaster2.xml"/><Relationship Id="rId51" Type="http://schemas.openxmlformats.org/officeDocument/2006/relationships/slide" Target="slides/slide43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tableStyles" Target="tableStyle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viewProps" Target="viewProps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Pallejà Caro" userId="S::apca@dtu.dk::119a7e7d-4691-4aaa-9cd2-232aa501473b" providerId="AD" clId="Web-{359A15B7-B0B2-5E6A-8051-5854EA4270C5}"/>
    <pc:docChg chg="modSld">
      <pc:chgData name="Alberto Pallejà Caro" userId="S::apca@dtu.dk::119a7e7d-4691-4aaa-9cd2-232aa501473b" providerId="AD" clId="Web-{359A15B7-B0B2-5E6A-8051-5854EA4270C5}" dt="2025-05-15T12:43:33.484" v="222" actId="20577"/>
      <pc:docMkLst>
        <pc:docMk/>
      </pc:docMkLst>
      <pc:sldChg chg="modSp">
        <pc:chgData name="Alberto Pallejà Caro" userId="S::apca@dtu.dk::119a7e7d-4691-4aaa-9cd2-232aa501473b" providerId="AD" clId="Web-{359A15B7-B0B2-5E6A-8051-5854EA4270C5}" dt="2025-05-15T12:43:33.484" v="222" actId="20577"/>
        <pc:sldMkLst>
          <pc:docMk/>
          <pc:sldMk cId="2489808024" sldId="277"/>
        </pc:sldMkLst>
        <pc:spChg chg="mod">
          <ac:chgData name="Alberto Pallejà Caro" userId="S::apca@dtu.dk::119a7e7d-4691-4aaa-9cd2-232aa501473b" providerId="AD" clId="Web-{359A15B7-B0B2-5E6A-8051-5854EA4270C5}" dt="2025-05-15T12:43:33.484" v="222" actId="20577"/>
          <ac:spMkLst>
            <pc:docMk/>
            <pc:sldMk cId="2489808024" sldId="277"/>
            <ac:spMk id="3" creationId="{55F5406E-14D9-7C6D-5897-9ACD5C80CC6D}"/>
          </ac:spMkLst>
        </pc:spChg>
      </pc:sldChg>
    </pc:docChg>
  </pc:docChgLst>
  <pc:docChgLst>
    <pc:chgData name="Sebastian Schulz" userId="7b9eb8de-fba4-4de7-9449-93f55919c255" providerId="ADAL" clId="{2FA220FD-A00C-1E4A-8D4F-A6BB596EB501}"/>
    <pc:docChg chg="undo custSel addSld delSld modSld sldOrd addSection delSection modSection">
      <pc:chgData name="Sebastian Schulz" userId="7b9eb8de-fba4-4de7-9449-93f55919c255" providerId="ADAL" clId="{2FA220FD-A00C-1E4A-8D4F-A6BB596EB501}" dt="2026-05-21T14:59:33.239" v="11708" actId="20577"/>
      <pc:docMkLst>
        <pc:docMk/>
      </pc:docMkLst>
      <pc:sldChg chg="add del">
        <pc:chgData name="Sebastian Schulz" userId="7b9eb8de-fba4-4de7-9449-93f55919c255" providerId="ADAL" clId="{2FA220FD-A00C-1E4A-8D4F-A6BB596EB501}" dt="2026-05-16T23:29:29.082" v="7737"/>
        <pc:sldMkLst>
          <pc:docMk/>
          <pc:sldMk cId="0" sldId="256"/>
        </pc:sldMkLst>
      </pc:sldChg>
      <pc:sldChg chg="modSp del mod">
        <pc:chgData name="Sebastian Schulz" userId="7b9eb8de-fba4-4de7-9449-93f55919c255" providerId="ADAL" clId="{2FA220FD-A00C-1E4A-8D4F-A6BB596EB501}" dt="2026-05-16T23:28:48.363" v="7734" actId="2696"/>
        <pc:sldMkLst>
          <pc:docMk/>
          <pc:sldMk cId="759061580" sldId="256"/>
        </pc:sldMkLst>
        <pc:spChg chg="mod">
          <ac:chgData name="Sebastian Schulz" userId="7b9eb8de-fba4-4de7-9449-93f55919c255" providerId="ADAL" clId="{2FA220FD-A00C-1E4A-8D4F-A6BB596EB501}" dt="2026-05-16T23:23:25.381" v="7722" actId="403"/>
          <ac:spMkLst>
            <pc:docMk/>
            <pc:sldMk cId="759061580" sldId="256"/>
            <ac:spMk id="3" creationId="{277E56CB-E291-66C2-1671-DE0A5C5EA403}"/>
          </ac:spMkLst>
        </pc:spChg>
      </pc:sldChg>
      <pc:sldChg chg="modSp mod">
        <pc:chgData name="Sebastian Schulz" userId="7b9eb8de-fba4-4de7-9449-93f55919c255" providerId="ADAL" clId="{2FA220FD-A00C-1E4A-8D4F-A6BB596EB501}" dt="2026-05-15T17:40:51.658" v="2617" actId="12"/>
        <pc:sldMkLst>
          <pc:docMk/>
          <pc:sldMk cId="1336506804" sldId="258"/>
        </pc:sldMkLst>
        <pc:spChg chg="mod">
          <ac:chgData name="Sebastian Schulz" userId="7b9eb8de-fba4-4de7-9449-93f55919c255" providerId="ADAL" clId="{2FA220FD-A00C-1E4A-8D4F-A6BB596EB501}" dt="2026-05-15T17:40:51.658" v="2617" actId="12"/>
          <ac:spMkLst>
            <pc:docMk/>
            <pc:sldMk cId="1336506804" sldId="258"/>
            <ac:spMk id="7" creationId="{585A8302-2D04-589C-7C65-8FBB15339725}"/>
          </ac:spMkLst>
        </pc:spChg>
      </pc:sldChg>
      <pc:sldChg chg="modSp mod">
        <pc:chgData name="Sebastian Schulz" userId="7b9eb8de-fba4-4de7-9449-93f55919c255" providerId="ADAL" clId="{2FA220FD-A00C-1E4A-8D4F-A6BB596EB501}" dt="2026-05-15T14:42:31.199" v="376" actId="1076"/>
        <pc:sldMkLst>
          <pc:docMk/>
          <pc:sldMk cId="4085251151" sldId="260"/>
        </pc:sldMkLst>
        <pc:spChg chg="mod">
          <ac:chgData name="Sebastian Schulz" userId="7b9eb8de-fba4-4de7-9449-93f55919c255" providerId="ADAL" clId="{2FA220FD-A00C-1E4A-8D4F-A6BB596EB501}" dt="2026-05-15T14:42:31.199" v="376" actId="1076"/>
          <ac:spMkLst>
            <pc:docMk/>
            <pc:sldMk cId="4085251151" sldId="260"/>
            <ac:spMk id="5" creationId="{68281A67-C2BE-7F96-0EB8-065CA727BEA9}"/>
          </ac:spMkLst>
        </pc:spChg>
      </pc:sldChg>
      <pc:sldChg chg="modSp mod">
        <pc:chgData name="Sebastian Schulz" userId="7b9eb8de-fba4-4de7-9449-93f55919c255" providerId="ADAL" clId="{2FA220FD-A00C-1E4A-8D4F-A6BB596EB501}" dt="2026-05-15T17:42:44.272" v="2619" actId="27636"/>
        <pc:sldMkLst>
          <pc:docMk/>
          <pc:sldMk cId="4021738019" sldId="261"/>
        </pc:sldMkLst>
        <pc:spChg chg="mod">
          <ac:chgData name="Sebastian Schulz" userId="7b9eb8de-fba4-4de7-9449-93f55919c255" providerId="ADAL" clId="{2FA220FD-A00C-1E4A-8D4F-A6BB596EB501}" dt="2026-05-15T17:42:44.272" v="2619" actId="27636"/>
          <ac:spMkLst>
            <pc:docMk/>
            <pc:sldMk cId="4021738019" sldId="261"/>
            <ac:spMk id="3" creationId="{0C55BD78-BA33-CC78-71E5-6AACE73EB74A}"/>
          </ac:spMkLst>
        </pc:spChg>
      </pc:sldChg>
      <pc:sldChg chg="addSp delSp modSp mod">
        <pc:chgData name="Sebastian Schulz" userId="7b9eb8de-fba4-4de7-9449-93f55919c255" providerId="ADAL" clId="{2FA220FD-A00C-1E4A-8D4F-A6BB596EB501}" dt="2026-05-19T12:43:44.884" v="9077" actId="478"/>
        <pc:sldMkLst>
          <pc:docMk/>
          <pc:sldMk cId="30791385" sldId="262"/>
        </pc:sldMkLst>
        <pc:spChg chg="mod">
          <ac:chgData name="Sebastian Schulz" userId="7b9eb8de-fba4-4de7-9449-93f55919c255" providerId="ADAL" clId="{2FA220FD-A00C-1E4A-8D4F-A6BB596EB501}" dt="2026-05-15T17:54:02.561" v="2784" actId="1076"/>
          <ac:spMkLst>
            <pc:docMk/>
            <pc:sldMk cId="30791385" sldId="262"/>
            <ac:spMk id="3" creationId="{520462AA-50A1-F926-B3D6-3B4001D86A7F}"/>
          </ac:spMkLst>
        </pc:spChg>
        <pc:spChg chg="add del mod">
          <ac:chgData name="Sebastian Schulz" userId="7b9eb8de-fba4-4de7-9449-93f55919c255" providerId="ADAL" clId="{2FA220FD-A00C-1E4A-8D4F-A6BB596EB501}" dt="2026-05-15T17:54:22.335" v="2799" actId="1035"/>
          <ac:spMkLst>
            <pc:docMk/>
            <pc:sldMk cId="30791385" sldId="262"/>
            <ac:spMk id="5" creationId="{A6A82DC7-5289-448B-32D8-982DE174762B}"/>
          </ac:spMkLst>
        </pc:spChg>
        <pc:spChg chg="del mod">
          <ac:chgData name="Sebastian Schulz" userId="7b9eb8de-fba4-4de7-9449-93f55919c255" providerId="ADAL" clId="{2FA220FD-A00C-1E4A-8D4F-A6BB596EB501}" dt="2026-05-15T17:49:55.636" v="2682" actId="478"/>
          <ac:spMkLst>
            <pc:docMk/>
            <pc:sldMk cId="30791385" sldId="262"/>
            <ac:spMk id="6" creationId="{A5744909-19BE-829F-5A5B-DC2045DFF6C5}"/>
          </ac:spMkLst>
        </pc:spChg>
        <pc:spChg chg="add del mod">
          <ac:chgData name="Sebastian Schulz" userId="7b9eb8de-fba4-4de7-9449-93f55919c255" providerId="ADAL" clId="{2FA220FD-A00C-1E4A-8D4F-A6BB596EB501}" dt="2026-05-15T17:44:47.439" v="2638" actId="478"/>
          <ac:spMkLst>
            <pc:docMk/>
            <pc:sldMk cId="30791385" sldId="262"/>
            <ac:spMk id="7" creationId="{0A9B1E42-85BB-4704-01E7-507C713EA4E4}"/>
          </ac:spMkLst>
        </pc:spChg>
        <pc:spChg chg="del">
          <ac:chgData name="Sebastian Schulz" userId="7b9eb8de-fba4-4de7-9449-93f55919c255" providerId="ADAL" clId="{2FA220FD-A00C-1E4A-8D4F-A6BB596EB501}" dt="2026-05-15T17:49:20.614" v="2676" actId="478"/>
          <ac:spMkLst>
            <pc:docMk/>
            <pc:sldMk cId="30791385" sldId="262"/>
            <ac:spMk id="9" creationId="{2D38D12F-83E5-1F2D-F300-FCA2D6AB5872}"/>
          </ac:spMkLst>
        </pc:spChg>
        <pc:spChg chg="del">
          <ac:chgData name="Sebastian Schulz" userId="7b9eb8de-fba4-4de7-9449-93f55919c255" providerId="ADAL" clId="{2FA220FD-A00C-1E4A-8D4F-A6BB596EB501}" dt="2026-05-15T17:43:53.964" v="2635" actId="478"/>
          <ac:spMkLst>
            <pc:docMk/>
            <pc:sldMk cId="30791385" sldId="262"/>
            <ac:spMk id="10" creationId="{5668FB0F-F735-870A-56B5-9601529F6A80}"/>
          </ac:spMkLst>
        </pc:spChg>
        <pc:spChg chg="del">
          <ac:chgData name="Sebastian Schulz" userId="7b9eb8de-fba4-4de7-9449-93f55919c255" providerId="ADAL" clId="{2FA220FD-A00C-1E4A-8D4F-A6BB596EB501}" dt="2026-05-15T17:48:25.038" v="2669" actId="478"/>
          <ac:spMkLst>
            <pc:docMk/>
            <pc:sldMk cId="30791385" sldId="262"/>
            <ac:spMk id="11" creationId="{DB825C8F-1B04-1EEE-6B73-A583DF26109A}"/>
          </ac:spMkLst>
        </pc:spChg>
        <pc:spChg chg="del">
          <ac:chgData name="Sebastian Schulz" userId="7b9eb8de-fba4-4de7-9449-93f55919c255" providerId="ADAL" clId="{2FA220FD-A00C-1E4A-8D4F-A6BB596EB501}" dt="2026-05-15T17:48:22.867" v="2668" actId="478"/>
          <ac:spMkLst>
            <pc:docMk/>
            <pc:sldMk cId="30791385" sldId="262"/>
            <ac:spMk id="12" creationId="{023245F1-C093-68C2-7583-29AF62EC2C3E}"/>
          </ac:spMkLst>
        </pc:spChg>
        <pc:spChg chg="mod">
          <ac:chgData name="Sebastian Schulz" userId="7b9eb8de-fba4-4de7-9449-93f55919c255" providerId="ADAL" clId="{2FA220FD-A00C-1E4A-8D4F-A6BB596EB501}" dt="2026-05-15T17:54:22.335" v="2799" actId="1035"/>
          <ac:spMkLst>
            <pc:docMk/>
            <pc:sldMk cId="30791385" sldId="262"/>
            <ac:spMk id="13" creationId="{E9787B4D-A7E0-1BF5-106F-CD557C9D5DCE}"/>
          </ac:spMkLst>
        </pc:spChg>
        <pc:spChg chg="mod">
          <ac:chgData name="Sebastian Schulz" userId="7b9eb8de-fba4-4de7-9449-93f55919c255" providerId="ADAL" clId="{2FA220FD-A00C-1E4A-8D4F-A6BB596EB501}" dt="2026-05-15T17:55:30.129" v="2802" actId="1076"/>
          <ac:spMkLst>
            <pc:docMk/>
            <pc:sldMk cId="30791385" sldId="262"/>
            <ac:spMk id="14" creationId="{8DB3B09A-B5D8-C70D-B5D5-8C00A009EC2A}"/>
          </ac:spMkLst>
        </pc:spChg>
        <pc:spChg chg="mod">
          <ac:chgData name="Sebastian Schulz" userId="7b9eb8de-fba4-4de7-9449-93f55919c255" providerId="ADAL" clId="{2FA220FD-A00C-1E4A-8D4F-A6BB596EB501}" dt="2026-05-15T17:54:22.335" v="2799" actId="1035"/>
          <ac:spMkLst>
            <pc:docMk/>
            <pc:sldMk cId="30791385" sldId="262"/>
            <ac:spMk id="15" creationId="{FA717414-0CF2-1F86-369B-063D36D0FF53}"/>
          </ac:spMkLst>
        </pc:spChg>
        <pc:spChg chg="mod">
          <ac:chgData name="Sebastian Schulz" userId="7b9eb8de-fba4-4de7-9449-93f55919c255" providerId="ADAL" clId="{2FA220FD-A00C-1E4A-8D4F-A6BB596EB501}" dt="2026-05-15T17:54:22.335" v="2799" actId="1035"/>
          <ac:spMkLst>
            <pc:docMk/>
            <pc:sldMk cId="30791385" sldId="262"/>
            <ac:spMk id="16" creationId="{75E194F8-EFB1-138C-95D1-6E8A2593C1CF}"/>
          </ac:spMkLst>
        </pc:spChg>
        <pc:spChg chg="del mod">
          <ac:chgData name="Sebastian Schulz" userId="7b9eb8de-fba4-4de7-9449-93f55919c255" providerId="ADAL" clId="{2FA220FD-A00C-1E4A-8D4F-A6BB596EB501}" dt="2026-05-15T17:49:38.844" v="2677" actId="478"/>
          <ac:spMkLst>
            <pc:docMk/>
            <pc:sldMk cId="30791385" sldId="262"/>
            <ac:spMk id="18" creationId="{070E882C-88C2-8045-8F43-20DB6D2D00B3}"/>
          </ac:spMkLst>
        </pc:spChg>
        <pc:spChg chg="mod">
          <ac:chgData name="Sebastian Schulz" userId="7b9eb8de-fba4-4de7-9449-93f55919c255" providerId="ADAL" clId="{2FA220FD-A00C-1E4A-8D4F-A6BB596EB501}" dt="2026-05-15T17:55:23.364" v="2800" actId="1076"/>
          <ac:spMkLst>
            <pc:docMk/>
            <pc:sldMk cId="30791385" sldId="262"/>
            <ac:spMk id="19" creationId="{92895798-008B-CEEA-AE6F-A65D3EEFC8C7}"/>
          </ac:spMkLst>
        </pc:spChg>
        <pc:spChg chg="mod">
          <ac:chgData name="Sebastian Schulz" userId="7b9eb8de-fba4-4de7-9449-93f55919c255" providerId="ADAL" clId="{2FA220FD-A00C-1E4A-8D4F-A6BB596EB501}" dt="2026-05-15T17:54:22.335" v="2799" actId="1035"/>
          <ac:spMkLst>
            <pc:docMk/>
            <pc:sldMk cId="30791385" sldId="262"/>
            <ac:spMk id="20" creationId="{E54E50F6-C1B5-94FD-B49B-2A969B0D6CEA}"/>
          </ac:spMkLst>
        </pc:spChg>
        <pc:spChg chg="mod">
          <ac:chgData name="Sebastian Schulz" userId="7b9eb8de-fba4-4de7-9449-93f55919c255" providerId="ADAL" clId="{2FA220FD-A00C-1E4A-8D4F-A6BB596EB501}" dt="2026-05-15T17:54:22.335" v="2799" actId="1035"/>
          <ac:spMkLst>
            <pc:docMk/>
            <pc:sldMk cId="30791385" sldId="262"/>
            <ac:spMk id="21" creationId="{F4F5E301-50D5-687F-5C29-20420D00287B}"/>
          </ac:spMkLst>
        </pc:spChg>
        <pc:spChg chg="add mod">
          <ac:chgData name="Sebastian Schulz" userId="7b9eb8de-fba4-4de7-9449-93f55919c255" providerId="ADAL" clId="{2FA220FD-A00C-1E4A-8D4F-A6BB596EB501}" dt="2026-05-15T17:59:10.364" v="2962" actId="14100"/>
          <ac:spMkLst>
            <pc:docMk/>
            <pc:sldMk cId="30791385" sldId="262"/>
            <ac:spMk id="24" creationId="{52D763D6-E478-34A6-C4EC-083BA7EEB4D4}"/>
          </ac:spMkLst>
        </pc:spChg>
        <pc:spChg chg="add mod">
          <ac:chgData name="Sebastian Schulz" userId="7b9eb8de-fba4-4de7-9449-93f55919c255" providerId="ADAL" clId="{2FA220FD-A00C-1E4A-8D4F-A6BB596EB501}" dt="2026-05-15T17:54:22.335" v="2799" actId="1035"/>
          <ac:spMkLst>
            <pc:docMk/>
            <pc:sldMk cId="30791385" sldId="262"/>
            <ac:spMk id="25" creationId="{436B194D-91AD-11CC-AD18-CCD5876580A8}"/>
          </ac:spMkLst>
        </pc:spChg>
        <pc:spChg chg="add del mod">
          <ac:chgData name="Sebastian Schulz" userId="7b9eb8de-fba4-4de7-9449-93f55919c255" providerId="ADAL" clId="{2FA220FD-A00C-1E4A-8D4F-A6BB596EB501}" dt="2026-05-19T12:43:44.884" v="9077" actId="478"/>
          <ac:spMkLst>
            <pc:docMk/>
            <pc:sldMk cId="30791385" sldId="262"/>
            <ac:spMk id="26" creationId="{93223504-AB47-16A9-1EF8-7C9DA06A3ADF}"/>
          </ac:spMkLst>
        </pc:spChg>
        <pc:spChg chg="add mod">
          <ac:chgData name="Sebastian Schulz" userId="7b9eb8de-fba4-4de7-9449-93f55919c255" providerId="ADAL" clId="{2FA220FD-A00C-1E4A-8D4F-A6BB596EB501}" dt="2026-05-15T17:59:30.864" v="2976" actId="20577"/>
          <ac:spMkLst>
            <pc:docMk/>
            <pc:sldMk cId="30791385" sldId="262"/>
            <ac:spMk id="27" creationId="{98D434EA-F46F-1FCC-051D-CA05E00EC99D}"/>
          </ac:spMkLst>
        </pc:spChg>
        <pc:picChg chg="del">
          <ac:chgData name="Sebastian Schulz" userId="7b9eb8de-fba4-4de7-9449-93f55919c255" providerId="ADAL" clId="{2FA220FD-A00C-1E4A-8D4F-A6BB596EB501}" dt="2026-05-15T17:43:47.530" v="2634" actId="478"/>
          <ac:picMkLst>
            <pc:docMk/>
            <pc:sldMk cId="30791385" sldId="262"/>
            <ac:picMk id="8" creationId="{AA970CBA-6EBC-EF65-7C32-FF55F8B64A46}"/>
          </ac:picMkLst>
        </pc:picChg>
        <pc:picChg chg="add mod modCrop">
          <ac:chgData name="Sebastian Schulz" userId="7b9eb8de-fba4-4de7-9449-93f55919c255" providerId="ADAL" clId="{2FA220FD-A00C-1E4A-8D4F-A6BB596EB501}" dt="2026-05-15T17:54:22.335" v="2799" actId="1035"/>
          <ac:picMkLst>
            <pc:docMk/>
            <pc:sldMk cId="30791385" sldId="262"/>
            <ac:picMk id="22" creationId="{0DC43D7E-6282-4667-112D-BC9C7268D675}"/>
          </ac:picMkLst>
        </pc:picChg>
      </pc:sldChg>
      <pc:sldChg chg="modSp mod">
        <pc:chgData name="Sebastian Schulz" userId="7b9eb8de-fba4-4de7-9449-93f55919c255" providerId="ADAL" clId="{2FA220FD-A00C-1E4A-8D4F-A6BB596EB501}" dt="2026-05-19T17:51:27.354" v="11191" actId="113"/>
        <pc:sldMkLst>
          <pc:docMk/>
          <pc:sldMk cId="3060244413" sldId="263"/>
        </pc:sldMkLst>
        <pc:spChg chg="mod">
          <ac:chgData name="Sebastian Schulz" userId="7b9eb8de-fba4-4de7-9449-93f55919c255" providerId="ADAL" clId="{2FA220FD-A00C-1E4A-8D4F-A6BB596EB501}" dt="2026-05-19T17:51:27.354" v="11191" actId="113"/>
          <ac:spMkLst>
            <pc:docMk/>
            <pc:sldMk cId="3060244413" sldId="263"/>
            <ac:spMk id="3" creationId="{4D43072C-F8FC-C812-871C-9574BACB54E3}"/>
          </ac:spMkLst>
        </pc:spChg>
        <pc:spChg chg="mod">
          <ac:chgData name="Sebastian Schulz" userId="7b9eb8de-fba4-4de7-9449-93f55919c255" providerId="ADAL" clId="{2FA220FD-A00C-1E4A-8D4F-A6BB596EB501}" dt="2026-05-19T17:44:25.635" v="11076" actId="20577"/>
          <ac:spMkLst>
            <pc:docMk/>
            <pc:sldMk cId="3060244413" sldId="263"/>
            <ac:spMk id="8" creationId="{B9607476-0FB2-9B5D-5595-A5FD4B2F221A}"/>
          </ac:spMkLst>
        </pc:spChg>
        <pc:spChg chg="mod">
          <ac:chgData name="Sebastian Schulz" userId="7b9eb8de-fba4-4de7-9449-93f55919c255" providerId="ADAL" clId="{2FA220FD-A00C-1E4A-8D4F-A6BB596EB501}" dt="2026-05-19T17:44:27.549" v="11077" actId="20577"/>
          <ac:spMkLst>
            <pc:docMk/>
            <pc:sldMk cId="3060244413" sldId="263"/>
            <ac:spMk id="9" creationId="{324A1514-CA97-4640-AFBE-D6CE0C2DAF63}"/>
          </ac:spMkLst>
        </pc:spChg>
        <pc:spChg chg="mod">
          <ac:chgData name="Sebastian Schulz" userId="7b9eb8de-fba4-4de7-9449-93f55919c255" providerId="ADAL" clId="{2FA220FD-A00C-1E4A-8D4F-A6BB596EB501}" dt="2026-05-19T17:44:23.369" v="11075" actId="20577"/>
          <ac:spMkLst>
            <pc:docMk/>
            <pc:sldMk cId="3060244413" sldId="263"/>
            <ac:spMk id="10" creationId="{984D3E5C-85F6-2CAC-36A7-51E970073AF4}"/>
          </ac:spMkLst>
        </pc:spChg>
      </pc:sldChg>
      <pc:sldChg chg="addSp delSp modSp mod">
        <pc:chgData name="Sebastian Schulz" userId="7b9eb8de-fba4-4de7-9449-93f55919c255" providerId="ADAL" clId="{2FA220FD-A00C-1E4A-8D4F-A6BB596EB501}" dt="2026-05-20T09:30:30.014" v="11658" actId="20577"/>
        <pc:sldMkLst>
          <pc:docMk/>
          <pc:sldMk cId="2092246918" sldId="265"/>
        </pc:sldMkLst>
        <pc:spChg chg="mod">
          <ac:chgData name="Sebastian Schulz" userId="7b9eb8de-fba4-4de7-9449-93f55919c255" providerId="ADAL" clId="{2FA220FD-A00C-1E4A-8D4F-A6BB596EB501}" dt="2026-05-19T16:16:46.327" v="10857" actId="20577"/>
          <ac:spMkLst>
            <pc:docMk/>
            <pc:sldMk cId="2092246918" sldId="265"/>
            <ac:spMk id="2" creationId="{241C3B4E-6D24-78B7-4128-B3A37F8B5718}"/>
          </ac:spMkLst>
        </pc:spChg>
        <pc:spChg chg="mod">
          <ac:chgData name="Sebastian Schulz" userId="7b9eb8de-fba4-4de7-9449-93f55919c255" providerId="ADAL" clId="{2FA220FD-A00C-1E4A-8D4F-A6BB596EB501}" dt="2026-05-20T09:30:30.014" v="11658" actId="20577"/>
          <ac:spMkLst>
            <pc:docMk/>
            <pc:sldMk cId="2092246918" sldId="265"/>
            <ac:spMk id="3" creationId="{B049A46D-6D23-30AB-8FCD-03D3CB8064B2}"/>
          </ac:spMkLst>
        </pc:spChg>
        <pc:spChg chg="add del mod">
          <ac:chgData name="Sebastian Schulz" userId="7b9eb8de-fba4-4de7-9449-93f55919c255" providerId="ADAL" clId="{2FA220FD-A00C-1E4A-8D4F-A6BB596EB501}" dt="2026-05-19T17:36:34.149" v="11074" actId="478"/>
          <ac:spMkLst>
            <pc:docMk/>
            <pc:sldMk cId="2092246918" sldId="265"/>
            <ac:spMk id="5" creationId="{C86A5435-31EA-4827-3FB9-7F4A82B91813}"/>
          </ac:spMkLst>
        </pc:spChg>
      </pc:sldChg>
      <pc:sldChg chg="modSp mod">
        <pc:chgData name="Sebastian Schulz" userId="7b9eb8de-fba4-4de7-9449-93f55919c255" providerId="ADAL" clId="{2FA220FD-A00C-1E4A-8D4F-A6BB596EB501}" dt="2026-05-21T14:59:33.239" v="11708" actId="20577"/>
        <pc:sldMkLst>
          <pc:docMk/>
          <pc:sldMk cId="1937930577" sldId="267"/>
        </pc:sldMkLst>
        <pc:spChg chg="mod">
          <ac:chgData name="Sebastian Schulz" userId="7b9eb8de-fba4-4de7-9449-93f55919c255" providerId="ADAL" clId="{2FA220FD-A00C-1E4A-8D4F-A6BB596EB501}" dt="2026-05-21T14:59:33.239" v="11708" actId="20577"/>
          <ac:spMkLst>
            <pc:docMk/>
            <pc:sldMk cId="1937930577" sldId="267"/>
            <ac:spMk id="5" creationId="{3291595C-9FBD-AC54-B6CC-408D770EFDA5}"/>
          </ac:spMkLst>
        </pc:spChg>
      </pc:sldChg>
      <pc:sldChg chg="modSp mod">
        <pc:chgData name="Sebastian Schulz" userId="7b9eb8de-fba4-4de7-9449-93f55919c255" providerId="ADAL" clId="{2FA220FD-A00C-1E4A-8D4F-A6BB596EB501}" dt="2026-05-15T14:55:45.293" v="790" actId="20577"/>
        <pc:sldMkLst>
          <pc:docMk/>
          <pc:sldMk cId="1828249157" sldId="269"/>
        </pc:sldMkLst>
        <pc:spChg chg="mod">
          <ac:chgData name="Sebastian Schulz" userId="7b9eb8de-fba4-4de7-9449-93f55919c255" providerId="ADAL" clId="{2FA220FD-A00C-1E4A-8D4F-A6BB596EB501}" dt="2026-05-15T14:55:45.293" v="790" actId="20577"/>
          <ac:spMkLst>
            <pc:docMk/>
            <pc:sldMk cId="1828249157" sldId="269"/>
            <ac:spMk id="3" creationId="{7D73382C-F54C-F447-14FF-B76685C616BF}"/>
          </ac:spMkLst>
        </pc:spChg>
      </pc:sldChg>
      <pc:sldChg chg="add">
        <pc:chgData name="Sebastian Schulz" userId="7b9eb8de-fba4-4de7-9449-93f55919c255" providerId="ADAL" clId="{2FA220FD-A00C-1E4A-8D4F-A6BB596EB501}" dt="2026-05-19T16:08:01.773" v="10855"/>
        <pc:sldMkLst>
          <pc:docMk/>
          <pc:sldMk cId="3664961841" sldId="271"/>
        </pc:sldMkLst>
      </pc:sldChg>
      <pc:sldChg chg="del mod ord modShow">
        <pc:chgData name="Sebastian Schulz" userId="7b9eb8de-fba4-4de7-9449-93f55919c255" providerId="ADAL" clId="{2FA220FD-A00C-1E4A-8D4F-A6BB596EB501}" dt="2026-05-19T16:07:53.916" v="10854" actId="2696"/>
        <pc:sldMkLst>
          <pc:docMk/>
          <pc:sldMk cId="4272209348" sldId="271"/>
        </pc:sldMkLst>
      </pc:sldChg>
      <pc:sldChg chg="mod modShow">
        <pc:chgData name="Sebastian Schulz" userId="7b9eb8de-fba4-4de7-9449-93f55919c255" providerId="ADAL" clId="{2FA220FD-A00C-1E4A-8D4F-A6BB596EB501}" dt="2026-05-15T15:03:15.849" v="864" actId="729"/>
        <pc:sldMkLst>
          <pc:docMk/>
          <pc:sldMk cId="1076133571" sldId="272"/>
        </pc:sldMkLst>
      </pc:sldChg>
      <pc:sldChg chg="modSp mod">
        <pc:chgData name="Sebastian Schulz" userId="7b9eb8de-fba4-4de7-9449-93f55919c255" providerId="ADAL" clId="{2FA220FD-A00C-1E4A-8D4F-A6BB596EB501}" dt="2026-05-18T22:03:46.386" v="8428" actId="20577"/>
        <pc:sldMkLst>
          <pc:docMk/>
          <pc:sldMk cId="3023539896" sldId="273"/>
        </pc:sldMkLst>
        <pc:spChg chg="mod">
          <ac:chgData name="Sebastian Schulz" userId="7b9eb8de-fba4-4de7-9449-93f55919c255" providerId="ADAL" clId="{2FA220FD-A00C-1E4A-8D4F-A6BB596EB501}" dt="2026-05-18T22:03:46.386" v="8428" actId="20577"/>
          <ac:spMkLst>
            <pc:docMk/>
            <pc:sldMk cId="3023539896" sldId="273"/>
            <ac:spMk id="5" creationId="{423B0456-7B6E-7D1C-AE86-AD7E2148D5E4}"/>
          </ac:spMkLst>
        </pc:spChg>
      </pc:sldChg>
      <pc:sldChg chg="addSp delSp modSp mod">
        <pc:chgData name="Sebastian Schulz" userId="7b9eb8de-fba4-4de7-9449-93f55919c255" providerId="ADAL" clId="{2FA220FD-A00C-1E4A-8D4F-A6BB596EB501}" dt="2026-05-15T18:04:43.969" v="3213" actId="207"/>
        <pc:sldMkLst>
          <pc:docMk/>
          <pc:sldMk cId="2680887676" sldId="274"/>
        </pc:sldMkLst>
        <pc:spChg chg="mod">
          <ac:chgData name="Sebastian Schulz" userId="7b9eb8de-fba4-4de7-9449-93f55919c255" providerId="ADAL" clId="{2FA220FD-A00C-1E4A-8D4F-A6BB596EB501}" dt="2026-05-15T18:04:06.646" v="3182" actId="1035"/>
          <ac:spMkLst>
            <pc:docMk/>
            <pc:sldMk cId="2680887676" sldId="274"/>
            <ac:spMk id="3" creationId="{7AA9ACD8-6DE8-560D-969C-084FE039B2CB}"/>
          </ac:spMkLst>
        </pc:spChg>
        <pc:spChg chg="mod">
          <ac:chgData name="Sebastian Schulz" userId="7b9eb8de-fba4-4de7-9449-93f55919c255" providerId="ADAL" clId="{2FA220FD-A00C-1E4A-8D4F-A6BB596EB501}" dt="2026-05-15T18:04:43.969" v="3213" actId="207"/>
          <ac:spMkLst>
            <pc:docMk/>
            <pc:sldMk cId="2680887676" sldId="274"/>
            <ac:spMk id="7" creationId="{53240A28-A320-E9E3-51F3-0280CE849E3B}"/>
          </ac:spMkLst>
        </pc:spChg>
        <pc:spChg chg="mod">
          <ac:chgData name="Sebastian Schulz" userId="7b9eb8de-fba4-4de7-9449-93f55919c255" providerId="ADAL" clId="{2FA220FD-A00C-1E4A-8D4F-A6BB596EB501}" dt="2026-05-15T18:04:43.969" v="3213" actId="207"/>
          <ac:spMkLst>
            <pc:docMk/>
            <pc:sldMk cId="2680887676" sldId="274"/>
            <ac:spMk id="8" creationId="{4CD8C416-8E27-E78D-15BA-7CA174F2FDFA}"/>
          </ac:spMkLst>
        </pc:spChg>
        <pc:spChg chg="mod">
          <ac:chgData name="Sebastian Schulz" userId="7b9eb8de-fba4-4de7-9449-93f55919c255" providerId="ADAL" clId="{2FA220FD-A00C-1E4A-8D4F-A6BB596EB501}" dt="2026-05-15T18:04:43.969" v="3213" actId="207"/>
          <ac:spMkLst>
            <pc:docMk/>
            <pc:sldMk cId="2680887676" sldId="274"/>
            <ac:spMk id="9" creationId="{AB6288CA-989E-A253-EA4D-380C165871E3}"/>
          </ac:spMkLst>
        </pc:spChg>
        <pc:spChg chg="mod">
          <ac:chgData name="Sebastian Schulz" userId="7b9eb8de-fba4-4de7-9449-93f55919c255" providerId="ADAL" clId="{2FA220FD-A00C-1E4A-8D4F-A6BB596EB501}" dt="2026-05-15T18:04:43.969" v="3213" actId="207"/>
          <ac:spMkLst>
            <pc:docMk/>
            <pc:sldMk cId="2680887676" sldId="274"/>
            <ac:spMk id="10" creationId="{4D83A450-38D5-C331-71FB-47B1401BED1F}"/>
          </ac:spMkLst>
        </pc:spChg>
        <pc:spChg chg="mod">
          <ac:chgData name="Sebastian Schulz" userId="7b9eb8de-fba4-4de7-9449-93f55919c255" providerId="ADAL" clId="{2FA220FD-A00C-1E4A-8D4F-A6BB596EB501}" dt="2026-05-15T18:04:43.969" v="3213" actId="207"/>
          <ac:spMkLst>
            <pc:docMk/>
            <pc:sldMk cId="2680887676" sldId="274"/>
            <ac:spMk id="11" creationId="{B1EFEDCA-5CE8-90BE-A97C-EB50F92B7887}"/>
          </ac:spMkLst>
        </pc:spChg>
        <pc:spChg chg="mod">
          <ac:chgData name="Sebastian Schulz" userId="7b9eb8de-fba4-4de7-9449-93f55919c255" providerId="ADAL" clId="{2FA220FD-A00C-1E4A-8D4F-A6BB596EB501}" dt="2026-05-15T18:04:43.969" v="3213" actId="207"/>
          <ac:spMkLst>
            <pc:docMk/>
            <pc:sldMk cId="2680887676" sldId="274"/>
            <ac:spMk id="12" creationId="{294EDF74-5D3A-6F12-C35D-B0AD6628DA01}"/>
          </ac:spMkLst>
        </pc:spChg>
        <pc:spChg chg="add mod">
          <ac:chgData name="Sebastian Schulz" userId="7b9eb8de-fba4-4de7-9449-93f55919c255" providerId="ADAL" clId="{2FA220FD-A00C-1E4A-8D4F-A6BB596EB501}" dt="2026-05-15T18:04:43.969" v="3213" actId="207"/>
          <ac:spMkLst>
            <pc:docMk/>
            <pc:sldMk cId="2680887676" sldId="274"/>
            <ac:spMk id="14" creationId="{2C35E11E-D6AC-E37C-7416-0E56A146918A}"/>
          </ac:spMkLst>
        </pc:spChg>
        <pc:spChg chg="add mod">
          <ac:chgData name="Sebastian Schulz" userId="7b9eb8de-fba4-4de7-9449-93f55919c255" providerId="ADAL" clId="{2FA220FD-A00C-1E4A-8D4F-A6BB596EB501}" dt="2026-05-15T18:04:43.969" v="3213" actId="207"/>
          <ac:spMkLst>
            <pc:docMk/>
            <pc:sldMk cId="2680887676" sldId="274"/>
            <ac:spMk id="15" creationId="{12CBB3B1-8A3C-2990-9966-836A99FDB1D6}"/>
          </ac:spMkLst>
        </pc:spChg>
        <pc:picChg chg="del">
          <ac:chgData name="Sebastian Schulz" userId="7b9eb8de-fba4-4de7-9449-93f55919c255" providerId="ADAL" clId="{2FA220FD-A00C-1E4A-8D4F-A6BB596EB501}" dt="2026-05-15T18:01:39.631" v="2977" actId="478"/>
          <ac:picMkLst>
            <pc:docMk/>
            <pc:sldMk cId="2680887676" sldId="274"/>
            <ac:picMk id="5" creationId="{BA0743AB-FE2D-6BC2-83E5-8975A7ED993F}"/>
          </ac:picMkLst>
        </pc:picChg>
        <pc:picChg chg="add mod">
          <ac:chgData name="Sebastian Schulz" userId="7b9eb8de-fba4-4de7-9449-93f55919c255" providerId="ADAL" clId="{2FA220FD-A00C-1E4A-8D4F-A6BB596EB501}" dt="2026-05-15T18:02:02.606" v="2983" actId="14100"/>
          <ac:picMkLst>
            <pc:docMk/>
            <pc:sldMk cId="2680887676" sldId="274"/>
            <ac:picMk id="13" creationId="{409AA379-7FE9-D07D-F457-FF7B3532F4BD}"/>
          </ac:picMkLst>
        </pc:picChg>
      </pc:sldChg>
      <pc:sldChg chg="addSp delSp modSp mod">
        <pc:chgData name="Sebastian Schulz" userId="7b9eb8de-fba4-4de7-9449-93f55919c255" providerId="ADAL" clId="{2FA220FD-A00C-1E4A-8D4F-A6BB596EB501}" dt="2026-05-16T23:20:17.431" v="7711" actId="1076"/>
        <pc:sldMkLst>
          <pc:docMk/>
          <pc:sldMk cId="1955856052" sldId="278"/>
        </pc:sldMkLst>
        <pc:spChg chg="mod">
          <ac:chgData name="Sebastian Schulz" userId="7b9eb8de-fba4-4de7-9449-93f55919c255" providerId="ADAL" clId="{2FA220FD-A00C-1E4A-8D4F-A6BB596EB501}" dt="2026-05-16T23:19:26.822" v="7707" actId="1076"/>
          <ac:spMkLst>
            <pc:docMk/>
            <pc:sldMk cId="1955856052" sldId="278"/>
            <ac:spMk id="9" creationId="{2C0753D9-8CD7-E038-256E-1AF64A8AC24D}"/>
          </ac:spMkLst>
        </pc:spChg>
        <pc:picChg chg="add del mod">
          <ac:chgData name="Sebastian Schulz" userId="7b9eb8de-fba4-4de7-9449-93f55919c255" providerId="ADAL" clId="{2FA220FD-A00C-1E4A-8D4F-A6BB596EB501}" dt="2026-05-16T23:17:26.759" v="7697" actId="478"/>
          <ac:picMkLst>
            <pc:docMk/>
            <pc:sldMk cId="1955856052" sldId="278"/>
            <ac:picMk id="3" creationId="{EC05618F-B6CA-15E0-FA1E-751868A3D3AC}"/>
          </ac:picMkLst>
        </pc:picChg>
        <pc:picChg chg="add mod modCrop">
          <ac:chgData name="Sebastian Schulz" userId="7b9eb8de-fba4-4de7-9449-93f55919c255" providerId="ADAL" clId="{2FA220FD-A00C-1E4A-8D4F-A6BB596EB501}" dt="2026-05-16T23:20:17.431" v="7711" actId="1076"/>
          <ac:picMkLst>
            <pc:docMk/>
            <pc:sldMk cId="1955856052" sldId="278"/>
            <ac:picMk id="5" creationId="{44B23C2B-D6AB-12FB-ED12-F36BECC46F7A}"/>
          </ac:picMkLst>
        </pc:picChg>
        <pc:picChg chg="del">
          <ac:chgData name="Sebastian Schulz" userId="7b9eb8de-fba4-4de7-9449-93f55919c255" providerId="ADAL" clId="{2FA220FD-A00C-1E4A-8D4F-A6BB596EB501}" dt="2026-05-16T23:17:19.259" v="7693" actId="478"/>
          <ac:picMkLst>
            <pc:docMk/>
            <pc:sldMk cId="1955856052" sldId="278"/>
            <ac:picMk id="1026" creationId="{978ED1DC-5A43-04D1-7361-D0F6334FE3FD}"/>
          </ac:picMkLst>
        </pc:picChg>
      </pc:sldChg>
      <pc:sldChg chg="addSp delSp modSp mod">
        <pc:chgData name="Sebastian Schulz" userId="7b9eb8de-fba4-4de7-9449-93f55919c255" providerId="ADAL" clId="{2FA220FD-A00C-1E4A-8D4F-A6BB596EB501}" dt="2026-05-16T22:57:09.495" v="7406" actId="20577"/>
        <pc:sldMkLst>
          <pc:docMk/>
          <pc:sldMk cId="1320962502" sldId="279"/>
        </pc:sldMkLst>
        <pc:spChg chg="add del mod">
          <ac:chgData name="Sebastian Schulz" userId="7b9eb8de-fba4-4de7-9449-93f55919c255" providerId="ADAL" clId="{2FA220FD-A00C-1E4A-8D4F-A6BB596EB501}" dt="2026-05-16T22:56:47.929" v="7367" actId="478"/>
          <ac:spMkLst>
            <pc:docMk/>
            <pc:sldMk cId="1320962502" sldId="279"/>
            <ac:spMk id="3" creationId="{761E582B-DE3D-F586-8041-1E7081785604}"/>
          </ac:spMkLst>
        </pc:spChg>
        <pc:spChg chg="mod">
          <ac:chgData name="Sebastian Schulz" userId="7b9eb8de-fba4-4de7-9449-93f55919c255" providerId="ADAL" clId="{2FA220FD-A00C-1E4A-8D4F-A6BB596EB501}" dt="2026-05-16T22:57:09.495" v="7406" actId="20577"/>
          <ac:spMkLst>
            <pc:docMk/>
            <pc:sldMk cId="1320962502" sldId="279"/>
            <ac:spMk id="5" creationId="{A6F9935A-58F6-85BC-84B9-E044956E5061}"/>
          </ac:spMkLst>
        </pc:spChg>
        <pc:spChg chg="del">
          <ac:chgData name="Sebastian Schulz" userId="7b9eb8de-fba4-4de7-9449-93f55919c255" providerId="ADAL" clId="{2FA220FD-A00C-1E4A-8D4F-A6BB596EB501}" dt="2026-05-16T22:53:50.062" v="7109" actId="478"/>
          <ac:spMkLst>
            <pc:docMk/>
            <pc:sldMk cId="1320962502" sldId="279"/>
            <ac:spMk id="7" creationId="{E058A84B-C0E4-CAE1-2A27-B44DCA20D629}"/>
          </ac:spMkLst>
        </pc:spChg>
        <pc:spChg chg="add mod">
          <ac:chgData name="Sebastian Schulz" userId="7b9eb8de-fba4-4de7-9449-93f55919c255" providerId="ADAL" clId="{2FA220FD-A00C-1E4A-8D4F-A6BB596EB501}" dt="2026-05-16T22:56:22.353" v="7355" actId="1076"/>
          <ac:spMkLst>
            <pc:docMk/>
            <pc:sldMk cId="1320962502" sldId="279"/>
            <ac:spMk id="8" creationId="{C445E6A2-CC97-0741-0023-6249518DE52C}"/>
          </ac:spMkLst>
        </pc:spChg>
      </pc:sldChg>
      <pc:sldChg chg="addSp delSp modSp mod">
        <pc:chgData name="Sebastian Schulz" userId="7b9eb8de-fba4-4de7-9449-93f55919c255" providerId="ADAL" clId="{2FA220FD-A00C-1E4A-8D4F-A6BB596EB501}" dt="2026-05-16T23:21:05.746" v="7713" actId="207"/>
        <pc:sldMkLst>
          <pc:docMk/>
          <pc:sldMk cId="3555981415" sldId="280"/>
        </pc:sldMkLst>
        <pc:spChg chg="add del mod">
          <ac:chgData name="Sebastian Schulz" userId="7b9eb8de-fba4-4de7-9449-93f55919c255" providerId="ADAL" clId="{2FA220FD-A00C-1E4A-8D4F-A6BB596EB501}" dt="2026-05-16T23:03:13.230" v="7415" actId="478"/>
          <ac:spMkLst>
            <pc:docMk/>
            <pc:sldMk cId="3555981415" sldId="280"/>
            <ac:spMk id="3" creationId="{C978CC41-028C-4BD3-63E7-40E3D114968E}"/>
          </ac:spMkLst>
        </pc:spChg>
        <pc:spChg chg="mod">
          <ac:chgData name="Sebastian Schulz" userId="7b9eb8de-fba4-4de7-9449-93f55919c255" providerId="ADAL" clId="{2FA220FD-A00C-1E4A-8D4F-A6BB596EB501}" dt="2026-05-16T23:09:02.965" v="7593" actId="20577"/>
          <ac:spMkLst>
            <pc:docMk/>
            <pc:sldMk cId="3555981415" sldId="280"/>
            <ac:spMk id="5" creationId="{FB33E6A3-9A7D-7297-6689-C998882A22D7}"/>
          </ac:spMkLst>
        </pc:spChg>
        <pc:spChg chg="mod">
          <ac:chgData name="Sebastian Schulz" userId="7b9eb8de-fba4-4de7-9449-93f55919c255" providerId="ADAL" clId="{2FA220FD-A00C-1E4A-8D4F-A6BB596EB501}" dt="2026-05-16T23:06:32.004" v="7520" actId="1036"/>
          <ac:spMkLst>
            <pc:docMk/>
            <pc:sldMk cId="3555981415" sldId="280"/>
            <ac:spMk id="7" creationId="{86EF0D82-6FA4-F7DE-E80C-B7BCC827B205}"/>
          </ac:spMkLst>
        </pc:spChg>
        <pc:spChg chg="mod">
          <ac:chgData name="Sebastian Schulz" userId="7b9eb8de-fba4-4de7-9449-93f55919c255" providerId="ADAL" clId="{2FA220FD-A00C-1E4A-8D4F-A6BB596EB501}" dt="2026-05-16T23:06:40.716" v="7536" actId="1037"/>
          <ac:spMkLst>
            <pc:docMk/>
            <pc:sldMk cId="3555981415" sldId="280"/>
            <ac:spMk id="9" creationId="{227222FE-A221-C453-7010-1BAFD8896595}"/>
          </ac:spMkLst>
        </pc:spChg>
        <pc:spChg chg="add mod">
          <ac:chgData name="Sebastian Schulz" userId="7b9eb8de-fba4-4de7-9449-93f55919c255" providerId="ADAL" clId="{2FA220FD-A00C-1E4A-8D4F-A6BB596EB501}" dt="2026-05-16T23:21:05.746" v="7713" actId="207"/>
          <ac:spMkLst>
            <pc:docMk/>
            <pc:sldMk cId="3555981415" sldId="280"/>
            <ac:spMk id="10" creationId="{33963261-B490-D8DE-72D3-3AD29CA40036}"/>
          </ac:spMkLst>
        </pc:spChg>
        <pc:spChg chg="mod">
          <ac:chgData name="Sebastian Schulz" userId="7b9eb8de-fba4-4de7-9449-93f55919c255" providerId="ADAL" clId="{2FA220FD-A00C-1E4A-8D4F-A6BB596EB501}" dt="2026-05-16T23:06:22.999" v="7507" actId="207"/>
          <ac:spMkLst>
            <pc:docMk/>
            <pc:sldMk cId="3555981415" sldId="280"/>
            <ac:spMk id="12" creationId="{E60BA350-D05B-5023-5184-B4C49CEA2B94}"/>
          </ac:spMkLst>
        </pc:spChg>
        <pc:spChg chg="mod">
          <ac:chgData name="Sebastian Schulz" userId="7b9eb8de-fba4-4de7-9449-93f55919c255" providerId="ADAL" clId="{2FA220FD-A00C-1E4A-8D4F-A6BB596EB501}" dt="2026-05-16T23:06:22.999" v="7507" actId="207"/>
          <ac:spMkLst>
            <pc:docMk/>
            <pc:sldMk cId="3555981415" sldId="280"/>
            <ac:spMk id="13" creationId="{146980C7-C62B-5845-3CCE-D3B863CA5F57}"/>
          </ac:spMkLst>
        </pc:spChg>
        <pc:spChg chg="mod">
          <ac:chgData name="Sebastian Schulz" userId="7b9eb8de-fba4-4de7-9449-93f55919c255" providerId="ADAL" clId="{2FA220FD-A00C-1E4A-8D4F-A6BB596EB501}" dt="2026-05-16T23:06:22.999" v="7507" actId="207"/>
          <ac:spMkLst>
            <pc:docMk/>
            <pc:sldMk cId="3555981415" sldId="280"/>
            <ac:spMk id="14" creationId="{EEA2B736-886C-F0BF-56CE-E4AC46717971}"/>
          </ac:spMkLst>
        </pc:spChg>
        <pc:spChg chg="mod">
          <ac:chgData name="Sebastian Schulz" userId="7b9eb8de-fba4-4de7-9449-93f55919c255" providerId="ADAL" clId="{2FA220FD-A00C-1E4A-8D4F-A6BB596EB501}" dt="2026-05-16T23:06:22.999" v="7507" actId="207"/>
          <ac:spMkLst>
            <pc:docMk/>
            <pc:sldMk cId="3555981415" sldId="280"/>
            <ac:spMk id="15" creationId="{C7791FF4-0173-2DE6-C230-EAD7E18C7993}"/>
          </ac:spMkLst>
        </pc:spChg>
        <pc:spChg chg="mod">
          <ac:chgData name="Sebastian Schulz" userId="7b9eb8de-fba4-4de7-9449-93f55919c255" providerId="ADAL" clId="{2FA220FD-A00C-1E4A-8D4F-A6BB596EB501}" dt="2026-05-16T23:06:22.999" v="7507" actId="207"/>
          <ac:spMkLst>
            <pc:docMk/>
            <pc:sldMk cId="3555981415" sldId="280"/>
            <ac:spMk id="16" creationId="{DEA587B7-3623-502E-8CFB-A3396F3E7DE7}"/>
          </ac:spMkLst>
        </pc:spChg>
        <pc:spChg chg="mod">
          <ac:chgData name="Sebastian Schulz" userId="7b9eb8de-fba4-4de7-9449-93f55919c255" providerId="ADAL" clId="{2FA220FD-A00C-1E4A-8D4F-A6BB596EB501}" dt="2026-05-16T23:06:22.999" v="7507" actId="207"/>
          <ac:spMkLst>
            <pc:docMk/>
            <pc:sldMk cId="3555981415" sldId="280"/>
            <ac:spMk id="17" creationId="{C041FE49-36E1-56B9-1EEE-490FFDACEB13}"/>
          </ac:spMkLst>
        </pc:spChg>
        <pc:spChg chg="mod">
          <ac:chgData name="Sebastian Schulz" userId="7b9eb8de-fba4-4de7-9449-93f55919c255" providerId="ADAL" clId="{2FA220FD-A00C-1E4A-8D4F-A6BB596EB501}" dt="2026-05-16T23:08:15.335" v="7591" actId="1037"/>
          <ac:spMkLst>
            <pc:docMk/>
            <pc:sldMk cId="3555981415" sldId="280"/>
            <ac:spMk id="18" creationId="{25A10296-4B88-D23A-090F-69A43B0637AD}"/>
          </ac:spMkLst>
        </pc:spChg>
        <pc:spChg chg="mod">
          <ac:chgData name="Sebastian Schulz" userId="7b9eb8de-fba4-4de7-9449-93f55919c255" providerId="ADAL" clId="{2FA220FD-A00C-1E4A-8D4F-A6BB596EB501}" dt="2026-05-16T23:08:16.648" v="7592" actId="1037"/>
          <ac:spMkLst>
            <pc:docMk/>
            <pc:sldMk cId="3555981415" sldId="280"/>
            <ac:spMk id="19" creationId="{8A966506-B3A1-6144-0322-80025DAF254B}"/>
          </ac:spMkLst>
        </pc:spChg>
        <pc:spChg chg="mod">
          <ac:chgData name="Sebastian Schulz" userId="7b9eb8de-fba4-4de7-9449-93f55919c255" providerId="ADAL" clId="{2FA220FD-A00C-1E4A-8D4F-A6BB596EB501}" dt="2026-05-16T23:06:22.999" v="7507" actId="207"/>
          <ac:spMkLst>
            <pc:docMk/>
            <pc:sldMk cId="3555981415" sldId="280"/>
            <ac:spMk id="20" creationId="{8ACB58C1-CCCF-4565-37D1-B00530622151}"/>
          </ac:spMkLst>
        </pc:spChg>
        <pc:picChg chg="add del mod">
          <ac:chgData name="Sebastian Schulz" userId="7b9eb8de-fba4-4de7-9449-93f55919c255" providerId="ADAL" clId="{2FA220FD-A00C-1E4A-8D4F-A6BB596EB501}" dt="2026-05-16T22:59:21.528" v="7409" actId="478"/>
          <ac:picMkLst>
            <pc:docMk/>
            <pc:sldMk cId="3555981415" sldId="280"/>
            <ac:picMk id="6" creationId="{CFD13801-69E6-4E9D-0200-213E0CBEFBE1}"/>
          </ac:picMkLst>
        </pc:picChg>
        <pc:picChg chg="add mod">
          <ac:chgData name="Sebastian Schulz" userId="7b9eb8de-fba4-4de7-9449-93f55919c255" providerId="ADAL" clId="{2FA220FD-A00C-1E4A-8D4F-A6BB596EB501}" dt="2026-05-16T23:05:23.134" v="7495" actId="1076"/>
          <ac:picMkLst>
            <pc:docMk/>
            <pc:sldMk cId="3555981415" sldId="280"/>
            <ac:picMk id="8" creationId="{53231DC8-B036-F7F5-B9A8-8A39003B7E20}"/>
          </ac:picMkLst>
        </pc:picChg>
        <pc:picChg chg="del">
          <ac:chgData name="Sebastian Schulz" userId="7b9eb8de-fba4-4de7-9449-93f55919c255" providerId="ADAL" clId="{2FA220FD-A00C-1E4A-8D4F-A6BB596EB501}" dt="2026-05-16T22:59:15.656" v="7407" actId="478"/>
          <ac:picMkLst>
            <pc:docMk/>
            <pc:sldMk cId="3555981415" sldId="280"/>
            <ac:picMk id="22" creationId="{D16C9B33-62B6-33FA-1BA7-F781CEB1410A}"/>
          </ac:picMkLst>
        </pc:picChg>
      </pc:sldChg>
      <pc:sldChg chg="addSp delSp modSp mod">
        <pc:chgData name="Sebastian Schulz" userId="7b9eb8de-fba4-4de7-9449-93f55919c255" providerId="ADAL" clId="{2FA220FD-A00C-1E4A-8D4F-A6BB596EB501}" dt="2026-05-15T23:57:34.929" v="4607" actId="207"/>
        <pc:sldMkLst>
          <pc:docMk/>
          <pc:sldMk cId="2212235598" sldId="281"/>
        </pc:sldMkLst>
        <pc:spChg chg="mod">
          <ac:chgData name="Sebastian Schulz" userId="7b9eb8de-fba4-4de7-9449-93f55919c255" providerId="ADAL" clId="{2FA220FD-A00C-1E4A-8D4F-A6BB596EB501}" dt="2026-05-15T22:18:54.747" v="4264" actId="14100"/>
          <ac:spMkLst>
            <pc:docMk/>
            <pc:sldMk cId="2212235598" sldId="281"/>
            <ac:spMk id="3" creationId="{1E066EFF-B474-2495-4465-C1895BE2AC80}"/>
          </ac:spMkLst>
        </pc:spChg>
        <pc:spChg chg="add del mod">
          <ac:chgData name="Sebastian Schulz" userId="7b9eb8de-fba4-4de7-9449-93f55919c255" providerId="ADAL" clId="{2FA220FD-A00C-1E4A-8D4F-A6BB596EB501}" dt="2026-05-15T22:12:33.204" v="3956" actId="478"/>
          <ac:spMkLst>
            <pc:docMk/>
            <pc:sldMk cId="2212235598" sldId="281"/>
            <ac:spMk id="5" creationId="{D38751B6-6783-DD68-33EF-97FA75DAA703}"/>
          </ac:spMkLst>
        </pc:spChg>
        <pc:spChg chg="add del">
          <ac:chgData name="Sebastian Schulz" userId="7b9eb8de-fba4-4de7-9449-93f55919c255" providerId="ADAL" clId="{2FA220FD-A00C-1E4A-8D4F-A6BB596EB501}" dt="2026-05-15T22:05:46.812" v="3804" actId="478"/>
          <ac:spMkLst>
            <pc:docMk/>
            <pc:sldMk cId="2212235598" sldId="281"/>
            <ac:spMk id="8" creationId="{89259036-AF36-531B-443A-33287BA4CF55}"/>
          </ac:spMkLst>
        </pc:spChg>
        <pc:spChg chg="add mod">
          <ac:chgData name="Sebastian Schulz" userId="7b9eb8de-fba4-4de7-9449-93f55919c255" providerId="ADAL" clId="{2FA220FD-A00C-1E4A-8D4F-A6BB596EB501}" dt="2026-05-15T23:57:31.896" v="4606" actId="207"/>
          <ac:spMkLst>
            <pc:docMk/>
            <pc:sldMk cId="2212235598" sldId="281"/>
            <ac:spMk id="11" creationId="{B15DCED9-8890-4E0D-7145-8D74458E920A}"/>
          </ac:spMkLst>
        </pc:spChg>
        <pc:spChg chg="add mod">
          <ac:chgData name="Sebastian Schulz" userId="7b9eb8de-fba4-4de7-9449-93f55919c255" providerId="ADAL" clId="{2FA220FD-A00C-1E4A-8D4F-A6BB596EB501}" dt="2026-05-15T23:57:28.202" v="4605" actId="207"/>
          <ac:spMkLst>
            <pc:docMk/>
            <pc:sldMk cId="2212235598" sldId="281"/>
            <ac:spMk id="12" creationId="{AD91A67E-AC87-7E13-47B5-10CF5E0B05E4}"/>
          </ac:spMkLst>
        </pc:spChg>
        <pc:spChg chg="add mod">
          <ac:chgData name="Sebastian Schulz" userId="7b9eb8de-fba4-4de7-9449-93f55919c255" providerId="ADAL" clId="{2FA220FD-A00C-1E4A-8D4F-A6BB596EB501}" dt="2026-05-15T22:16:17.611" v="4165" actId="1076"/>
          <ac:spMkLst>
            <pc:docMk/>
            <pc:sldMk cId="2212235598" sldId="281"/>
            <ac:spMk id="18" creationId="{900611FE-59A8-AAA6-A027-035DCB66A56E}"/>
          </ac:spMkLst>
        </pc:spChg>
        <pc:spChg chg="add mod">
          <ac:chgData name="Sebastian Schulz" userId="7b9eb8de-fba4-4de7-9449-93f55919c255" providerId="ADAL" clId="{2FA220FD-A00C-1E4A-8D4F-A6BB596EB501}" dt="2026-05-15T22:19:03.091" v="4265" actId="1076"/>
          <ac:spMkLst>
            <pc:docMk/>
            <pc:sldMk cId="2212235598" sldId="281"/>
            <ac:spMk id="22" creationId="{B77AB490-1277-C7FA-DE3D-1CAD767EEE12}"/>
          </ac:spMkLst>
        </pc:spChg>
        <pc:spChg chg="add mod">
          <ac:chgData name="Sebastian Schulz" userId="7b9eb8de-fba4-4de7-9449-93f55919c255" providerId="ADAL" clId="{2FA220FD-A00C-1E4A-8D4F-A6BB596EB501}" dt="2026-05-15T23:57:34.929" v="4607" actId="207"/>
          <ac:spMkLst>
            <pc:docMk/>
            <pc:sldMk cId="2212235598" sldId="281"/>
            <ac:spMk id="24" creationId="{B5C0A371-83A3-2B1B-BE06-1182E80EFAF2}"/>
          </ac:spMkLst>
        </pc:spChg>
        <pc:picChg chg="del">
          <ac:chgData name="Sebastian Schulz" userId="7b9eb8de-fba4-4de7-9449-93f55919c255" providerId="ADAL" clId="{2FA220FD-A00C-1E4A-8D4F-A6BB596EB501}" dt="2026-05-15T22:05:41.732" v="3802" actId="478"/>
          <ac:picMkLst>
            <pc:docMk/>
            <pc:sldMk cId="2212235598" sldId="281"/>
            <ac:picMk id="6" creationId="{AE932F6E-0B97-35F1-9496-0A905C7B738D}"/>
          </ac:picMkLst>
        </pc:picChg>
        <pc:picChg chg="add mod">
          <ac:chgData name="Sebastian Schulz" userId="7b9eb8de-fba4-4de7-9449-93f55919c255" providerId="ADAL" clId="{2FA220FD-A00C-1E4A-8D4F-A6BB596EB501}" dt="2026-05-15T22:12:37.511" v="3957" actId="1076"/>
          <ac:picMkLst>
            <pc:docMk/>
            <pc:sldMk cId="2212235598" sldId="281"/>
            <ac:picMk id="9" creationId="{BB43C0D8-1EC8-505C-7031-4F782B2C3B2B}"/>
          </ac:picMkLst>
        </pc:picChg>
        <pc:picChg chg="add mod">
          <ac:chgData name="Sebastian Schulz" userId="7b9eb8de-fba4-4de7-9449-93f55919c255" providerId="ADAL" clId="{2FA220FD-A00C-1E4A-8D4F-A6BB596EB501}" dt="2026-05-15T22:13:50.181" v="4020" actId="1035"/>
          <ac:picMkLst>
            <pc:docMk/>
            <pc:sldMk cId="2212235598" sldId="281"/>
            <ac:picMk id="10" creationId="{2B7E1F14-9768-19E3-C4BA-5F7803BE4D08}"/>
          </ac:picMkLst>
        </pc:picChg>
        <pc:picChg chg="add mod">
          <ac:chgData name="Sebastian Schulz" userId="7b9eb8de-fba4-4de7-9449-93f55919c255" providerId="ADAL" clId="{2FA220FD-A00C-1E4A-8D4F-A6BB596EB501}" dt="2026-05-15T22:14:02.567" v="4040" actId="1037"/>
          <ac:picMkLst>
            <pc:docMk/>
            <pc:sldMk cId="2212235598" sldId="281"/>
            <ac:picMk id="19" creationId="{43959AE2-E46A-6672-6539-3F127F445948}"/>
          </ac:picMkLst>
        </pc:picChg>
        <pc:cxnChg chg="add mod">
          <ac:chgData name="Sebastian Schulz" userId="7b9eb8de-fba4-4de7-9449-93f55919c255" providerId="ADAL" clId="{2FA220FD-A00C-1E4A-8D4F-A6BB596EB501}" dt="2026-05-15T22:16:21.345" v="4166" actId="14100"/>
          <ac:cxnSpMkLst>
            <pc:docMk/>
            <pc:sldMk cId="2212235598" sldId="281"/>
            <ac:cxnSpMk id="14" creationId="{2C9C4847-5870-C481-F5E3-DB9E73B2C31D}"/>
          </ac:cxnSpMkLst>
        </pc:cxnChg>
        <pc:cxnChg chg="add mod">
          <ac:chgData name="Sebastian Schulz" userId="7b9eb8de-fba4-4de7-9449-93f55919c255" providerId="ADAL" clId="{2FA220FD-A00C-1E4A-8D4F-A6BB596EB501}" dt="2026-05-15T22:19:06.722" v="4266" actId="14100"/>
          <ac:cxnSpMkLst>
            <pc:docMk/>
            <pc:sldMk cId="2212235598" sldId="281"/>
            <ac:cxnSpMk id="21" creationId="{A8A1E8E6-86E0-8024-4303-DF0DF05C4881}"/>
          </ac:cxnSpMkLst>
        </pc:cxnChg>
      </pc:sldChg>
      <pc:sldChg chg="modSp mod modNotesTx">
        <pc:chgData name="Sebastian Schulz" userId="7b9eb8de-fba4-4de7-9449-93f55919c255" providerId="ADAL" clId="{2FA220FD-A00C-1E4A-8D4F-A6BB596EB501}" dt="2026-05-19T20:18:03.258" v="11656" actId="20577"/>
        <pc:sldMkLst>
          <pc:docMk/>
          <pc:sldMk cId="3297497483" sldId="283"/>
        </pc:sldMkLst>
        <pc:spChg chg="mod">
          <ac:chgData name="Sebastian Schulz" userId="7b9eb8de-fba4-4de7-9449-93f55919c255" providerId="ADAL" clId="{2FA220FD-A00C-1E4A-8D4F-A6BB596EB501}" dt="2026-05-19T19:25:04.821" v="11532" actId="20577"/>
          <ac:spMkLst>
            <pc:docMk/>
            <pc:sldMk cId="3297497483" sldId="283"/>
            <ac:spMk id="2" creationId="{BDD67254-17A2-1254-967F-E54EFFC5DF9E}"/>
          </ac:spMkLst>
        </pc:spChg>
        <pc:spChg chg="mod">
          <ac:chgData name="Sebastian Schulz" userId="7b9eb8de-fba4-4de7-9449-93f55919c255" providerId="ADAL" clId="{2FA220FD-A00C-1E4A-8D4F-A6BB596EB501}" dt="2026-05-19T19:25:12.681" v="11542" actId="1036"/>
          <ac:spMkLst>
            <pc:docMk/>
            <pc:sldMk cId="3297497483" sldId="283"/>
            <ac:spMk id="6" creationId="{DF33DBD6-9B04-5C46-73B1-E8815813E5FC}"/>
          </ac:spMkLst>
        </pc:spChg>
        <pc:spChg chg="mod">
          <ac:chgData name="Sebastian Schulz" userId="7b9eb8de-fba4-4de7-9449-93f55919c255" providerId="ADAL" clId="{2FA220FD-A00C-1E4A-8D4F-A6BB596EB501}" dt="2026-05-19T19:31:59.241" v="11549" actId="20577"/>
          <ac:spMkLst>
            <pc:docMk/>
            <pc:sldMk cId="3297497483" sldId="283"/>
            <ac:spMk id="9" creationId="{428B6F9B-7AB5-E495-5BB1-199C4A7AB917}"/>
          </ac:spMkLst>
        </pc:spChg>
        <pc:spChg chg="mod">
          <ac:chgData name="Sebastian Schulz" userId="7b9eb8de-fba4-4de7-9449-93f55919c255" providerId="ADAL" clId="{2FA220FD-A00C-1E4A-8D4F-A6BB596EB501}" dt="2026-05-15T15:00:07.283" v="795" actId="2711"/>
          <ac:spMkLst>
            <pc:docMk/>
            <pc:sldMk cId="3297497483" sldId="283"/>
            <ac:spMk id="14" creationId="{323E14B3-13EF-CE7C-B449-B1D1A1248F6A}"/>
          </ac:spMkLst>
        </pc:spChg>
        <pc:spChg chg="mod">
          <ac:chgData name="Sebastian Schulz" userId="7b9eb8de-fba4-4de7-9449-93f55919c255" providerId="ADAL" clId="{2FA220FD-A00C-1E4A-8D4F-A6BB596EB501}" dt="2026-05-15T15:00:07.283" v="795" actId="2711"/>
          <ac:spMkLst>
            <pc:docMk/>
            <pc:sldMk cId="3297497483" sldId="283"/>
            <ac:spMk id="16" creationId="{D139E10E-871D-9E1A-2217-DF874B403803}"/>
          </ac:spMkLst>
        </pc:spChg>
        <pc:spChg chg="mod">
          <ac:chgData name="Sebastian Schulz" userId="7b9eb8de-fba4-4de7-9449-93f55919c255" providerId="ADAL" clId="{2FA220FD-A00C-1E4A-8D4F-A6BB596EB501}" dt="2026-05-15T15:00:21.238" v="796" actId="14100"/>
          <ac:spMkLst>
            <pc:docMk/>
            <pc:sldMk cId="3297497483" sldId="283"/>
            <ac:spMk id="18" creationId="{E0A56F20-1EAC-A438-3036-D899BA2256CB}"/>
          </ac:spMkLst>
        </pc:spChg>
        <pc:picChg chg="mod">
          <ac:chgData name="Sebastian Schulz" userId="7b9eb8de-fba4-4de7-9449-93f55919c255" providerId="ADAL" clId="{2FA220FD-A00C-1E4A-8D4F-A6BB596EB501}" dt="2026-05-19T19:25:12.681" v="11542" actId="1036"/>
          <ac:picMkLst>
            <pc:docMk/>
            <pc:sldMk cId="3297497483" sldId="283"/>
            <ac:picMk id="7" creationId="{F2B7BC71-2BC7-67A4-DD43-0FDCE8617858}"/>
          </ac:picMkLst>
        </pc:picChg>
      </pc:sldChg>
      <pc:sldChg chg="modSp mod">
        <pc:chgData name="Sebastian Schulz" userId="7b9eb8de-fba4-4de7-9449-93f55919c255" providerId="ADAL" clId="{2FA220FD-A00C-1E4A-8D4F-A6BB596EB501}" dt="2026-05-16T23:13:08.131" v="7691" actId="1076"/>
        <pc:sldMkLst>
          <pc:docMk/>
          <pc:sldMk cId="4293966434" sldId="285"/>
        </pc:sldMkLst>
        <pc:spChg chg="mod">
          <ac:chgData name="Sebastian Schulz" userId="7b9eb8de-fba4-4de7-9449-93f55919c255" providerId="ADAL" clId="{2FA220FD-A00C-1E4A-8D4F-A6BB596EB501}" dt="2026-05-16T23:13:08.131" v="7691" actId="1076"/>
          <ac:spMkLst>
            <pc:docMk/>
            <pc:sldMk cId="4293966434" sldId="285"/>
            <ac:spMk id="6" creationId="{0202AEB6-C8E3-3613-2F98-B7B82DA12F28}"/>
          </ac:spMkLst>
        </pc:spChg>
        <pc:spChg chg="mod">
          <ac:chgData name="Sebastian Schulz" userId="7b9eb8de-fba4-4de7-9449-93f55919c255" providerId="ADAL" clId="{2FA220FD-A00C-1E4A-8D4F-A6BB596EB501}" dt="2026-05-16T23:12:56.923" v="7690" actId="2711"/>
          <ac:spMkLst>
            <pc:docMk/>
            <pc:sldMk cId="4293966434" sldId="285"/>
            <ac:spMk id="8" creationId="{C17A1AE0-7222-1139-EC1D-88113A3CEB7A}"/>
          </ac:spMkLst>
        </pc:spChg>
      </pc:sldChg>
      <pc:sldChg chg="addSp modSp mod modNotesTx">
        <pc:chgData name="Sebastian Schulz" userId="7b9eb8de-fba4-4de7-9449-93f55919c255" providerId="ADAL" clId="{2FA220FD-A00C-1E4A-8D4F-A6BB596EB501}" dt="2026-05-16T23:12:38.910" v="7689" actId="20577"/>
        <pc:sldMkLst>
          <pc:docMk/>
          <pc:sldMk cId="3884126155" sldId="286"/>
        </pc:sldMkLst>
        <pc:spChg chg="mod">
          <ac:chgData name="Sebastian Schulz" userId="7b9eb8de-fba4-4de7-9449-93f55919c255" providerId="ADAL" clId="{2FA220FD-A00C-1E4A-8D4F-A6BB596EB501}" dt="2026-05-15T14:43:55.846" v="386" actId="20577"/>
          <ac:spMkLst>
            <pc:docMk/>
            <pc:sldMk cId="3884126155" sldId="286"/>
            <ac:spMk id="3" creationId="{66B3C332-8465-FA32-3CA2-06C32A42B077}"/>
          </ac:spMkLst>
        </pc:spChg>
        <pc:spChg chg="add mod">
          <ac:chgData name="Sebastian Schulz" userId="7b9eb8de-fba4-4de7-9449-93f55919c255" providerId="ADAL" clId="{2FA220FD-A00C-1E4A-8D4F-A6BB596EB501}" dt="2026-05-16T23:12:38.910" v="7689" actId="20577"/>
          <ac:spMkLst>
            <pc:docMk/>
            <pc:sldMk cId="3884126155" sldId="286"/>
            <ac:spMk id="6" creationId="{27A6C694-265F-37CB-CA48-ED512453E46A}"/>
          </ac:spMkLst>
        </pc:spChg>
      </pc:sldChg>
      <pc:sldChg chg="modSp mod">
        <pc:chgData name="Sebastian Schulz" userId="7b9eb8de-fba4-4de7-9449-93f55919c255" providerId="ADAL" clId="{2FA220FD-A00C-1E4A-8D4F-A6BB596EB501}" dt="2026-05-15T14:38:43.489" v="269" actId="114"/>
        <pc:sldMkLst>
          <pc:docMk/>
          <pc:sldMk cId="1063374079" sldId="287"/>
        </pc:sldMkLst>
        <pc:spChg chg="mod">
          <ac:chgData name="Sebastian Schulz" userId="7b9eb8de-fba4-4de7-9449-93f55919c255" providerId="ADAL" clId="{2FA220FD-A00C-1E4A-8D4F-A6BB596EB501}" dt="2026-05-15T14:38:33.338" v="268" actId="20577"/>
          <ac:spMkLst>
            <pc:docMk/>
            <pc:sldMk cId="1063374079" sldId="287"/>
            <ac:spMk id="7" creationId="{86AAE34B-8F1F-C183-435A-A912EB4C2115}"/>
          </ac:spMkLst>
        </pc:spChg>
        <pc:spChg chg="mod">
          <ac:chgData name="Sebastian Schulz" userId="7b9eb8de-fba4-4de7-9449-93f55919c255" providerId="ADAL" clId="{2FA220FD-A00C-1E4A-8D4F-A6BB596EB501}" dt="2026-05-15T14:38:43.489" v="269" actId="114"/>
          <ac:spMkLst>
            <pc:docMk/>
            <pc:sldMk cId="1063374079" sldId="287"/>
            <ac:spMk id="8" creationId="{B31B6EDB-5980-0ABE-E81F-CE9F8064E724}"/>
          </ac:spMkLst>
        </pc:spChg>
      </pc:sldChg>
      <pc:sldChg chg="modSp mod">
        <pc:chgData name="Sebastian Schulz" userId="7b9eb8de-fba4-4de7-9449-93f55919c255" providerId="ADAL" clId="{2FA220FD-A00C-1E4A-8D4F-A6BB596EB501}" dt="2026-05-15T22:24:10.564" v="4415" actId="20577"/>
        <pc:sldMkLst>
          <pc:docMk/>
          <pc:sldMk cId="1632535519" sldId="289"/>
        </pc:sldMkLst>
        <pc:spChg chg="mod">
          <ac:chgData name="Sebastian Schulz" userId="7b9eb8de-fba4-4de7-9449-93f55919c255" providerId="ADAL" clId="{2FA220FD-A00C-1E4A-8D4F-A6BB596EB501}" dt="2026-05-15T14:46:22.220" v="490" actId="20577"/>
          <ac:spMkLst>
            <pc:docMk/>
            <pc:sldMk cId="1632535519" sldId="289"/>
            <ac:spMk id="3" creationId="{BFE6F493-B2C9-A955-7366-2D32E4B9B159}"/>
          </ac:spMkLst>
        </pc:spChg>
        <pc:spChg chg="mod">
          <ac:chgData name="Sebastian Schulz" userId="7b9eb8de-fba4-4de7-9449-93f55919c255" providerId="ADAL" clId="{2FA220FD-A00C-1E4A-8D4F-A6BB596EB501}" dt="2026-05-15T22:24:10.564" v="4415" actId="20577"/>
          <ac:spMkLst>
            <pc:docMk/>
            <pc:sldMk cId="1632535519" sldId="289"/>
            <ac:spMk id="5" creationId="{98354B94-AC32-FC42-D19A-CD2C6BC06C1A}"/>
          </ac:spMkLst>
        </pc:spChg>
        <pc:spChg chg="mod">
          <ac:chgData name="Sebastian Schulz" userId="7b9eb8de-fba4-4de7-9449-93f55919c255" providerId="ADAL" clId="{2FA220FD-A00C-1E4A-8D4F-A6BB596EB501}" dt="2026-05-15T14:46:15.634" v="483" actId="1036"/>
          <ac:spMkLst>
            <pc:docMk/>
            <pc:sldMk cId="1632535519" sldId="289"/>
            <ac:spMk id="6" creationId="{835410B1-9013-2AFB-29A0-665AA25A22AA}"/>
          </ac:spMkLst>
        </pc:spChg>
        <pc:spChg chg="mod">
          <ac:chgData name="Sebastian Schulz" userId="7b9eb8de-fba4-4de7-9449-93f55919c255" providerId="ADAL" clId="{2FA220FD-A00C-1E4A-8D4F-A6BB596EB501}" dt="2026-05-15T14:46:15.634" v="483" actId="1036"/>
          <ac:spMkLst>
            <pc:docMk/>
            <pc:sldMk cId="1632535519" sldId="289"/>
            <ac:spMk id="10" creationId="{D6546C3E-402A-CFFF-A2A2-0497F09F581E}"/>
          </ac:spMkLst>
        </pc:spChg>
        <pc:spChg chg="mod">
          <ac:chgData name="Sebastian Schulz" userId="7b9eb8de-fba4-4de7-9449-93f55919c255" providerId="ADAL" clId="{2FA220FD-A00C-1E4A-8D4F-A6BB596EB501}" dt="2026-05-15T14:46:28.171" v="497" actId="20577"/>
          <ac:spMkLst>
            <pc:docMk/>
            <pc:sldMk cId="1632535519" sldId="289"/>
            <ac:spMk id="15" creationId="{ACD880A6-2439-0BBC-CD14-4ACC279F7D6D}"/>
          </ac:spMkLst>
        </pc:spChg>
        <pc:picChg chg="mod">
          <ac:chgData name="Sebastian Schulz" userId="7b9eb8de-fba4-4de7-9449-93f55919c255" providerId="ADAL" clId="{2FA220FD-A00C-1E4A-8D4F-A6BB596EB501}" dt="2026-05-15T14:47:40.833" v="589" actId="1035"/>
          <ac:picMkLst>
            <pc:docMk/>
            <pc:sldMk cId="1632535519" sldId="289"/>
            <ac:picMk id="1026" creationId="{B3215982-E05A-5583-0EEF-8501DD1CFD75}"/>
          </ac:picMkLst>
        </pc:picChg>
        <pc:cxnChg chg="mod">
          <ac:chgData name="Sebastian Schulz" userId="7b9eb8de-fba4-4de7-9449-93f55919c255" providerId="ADAL" clId="{2FA220FD-A00C-1E4A-8D4F-A6BB596EB501}" dt="2026-05-15T14:46:15.634" v="483" actId="1036"/>
          <ac:cxnSpMkLst>
            <pc:docMk/>
            <pc:sldMk cId="1632535519" sldId="289"/>
            <ac:cxnSpMk id="8" creationId="{B3E4204C-0282-7068-F164-0B47618C7171}"/>
          </ac:cxnSpMkLst>
        </pc:cxnChg>
        <pc:cxnChg chg="mod">
          <ac:chgData name="Sebastian Schulz" userId="7b9eb8de-fba4-4de7-9449-93f55919c255" providerId="ADAL" clId="{2FA220FD-A00C-1E4A-8D4F-A6BB596EB501}" dt="2026-05-15T14:46:32.868" v="503" actId="1035"/>
          <ac:cxnSpMkLst>
            <pc:docMk/>
            <pc:sldMk cId="1632535519" sldId="289"/>
            <ac:cxnSpMk id="9" creationId="{14AFA1A2-F097-CCAA-3E25-A7CEB40028FD}"/>
          </ac:cxnSpMkLst>
        </pc:cxnChg>
        <pc:cxnChg chg="mod">
          <ac:chgData name="Sebastian Schulz" userId="7b9eb8de-fba4-4de7-9449-93f55919c255" providerId="ADAL" clId="{2FA220FD-A00C-1E4A-8D4F-A6BB596EB501}" dt="2026-05-15T14:46:15.634" v="483" actId="1036"/>
          <ac:cxnSpMkLst>
            <pc:docMk/>
            <pc:sldMk cId="1632535519" sldId="289"/>
            <ac:cxnSpMk id="11" creationId="{09D83480-AE13-ED2F-6433-839FEC77FA3A}"/>
          </ac:cxnSpMkLst>
        </pc:cxnChg>
        <pc:cxnChg chg="mod">
          <ac:chgData name="Sebastian Schulz" userId="7b9eb8de-fba4-4de7-9449-93f55919c255" providerId="ADAL" clId="{2FA220FD-A00C-1E4A-8D4F-A6BB596EB501}" dt="2026-05-15T14:46:34.807" v="508" actId="1035"/>
          <ac:cxnSpMkLst>
            <pc:docMk/>
            <pc:sldMk cId="1632535519" sldId="289"/>
            <ac:cxnSpMk id="12" creationId="{7D83D9C6-AFE7-60D6-BB5E-D63EE8FB0CC0}"/>
          </ac:cxnSpMkLst>
        </pc:cxnChg>
        <pc:cxnChg chg="mod">
          <ac:chgData name="Sebastian Schulz" userId="7b9eb8de-fba4-4de7-9449-93f55919c255" providerId="ADAL" clId="{2FA220FD-A00C-1E4A-8D4F-A6BB596EB501}" dt="2026-05-15T14:46:37.392" v="517" actId="1035"/>
          <ac:cxnSpMkLst>
            <pc:docMk/>
            <pc:sldMk cId="1632535519" sldId="289"/>
            <ac:cxnSpMk id="13" creationId="{86420A57-5E6B-6FDC-84CF-A40E60FD3A99}"/>
          </ac:cxnSpMkLst>
        </pc:cxnChg>
        <pc:cxnChg chg="mod">
          <ac:chgData name="Sebastian Schulz" userId="7b9eb8de-fba4-4de7-9449-93f55919c255" providerId="ADAL" clId="{2FA220FD-A00C-1E4A-8D4F-A6BB596EB501}" dt="2026-05-15T14:46:42.360" v="532" actId="1036"/>
          <ac:cxnSpMkLst>
            <pc:docMk/>
            <pc:sldMk cId="1632535519" sldId="289"/>
            <ac:cxnSpMk id="14" creationId="{3213618E-05AD-6BC8-D642-087CA6EC4519}"/>
          </ac:cxnSpMkLst>
        </pc:cxnChg>
        <pc:cxnChg chg="mod">
          <ac:chgData name="Sebastian Schulz" userId="7b9eb8de-fba4-4de7-9449-93f55919c255" providerId="ADAL" clId="{2FA220FD-A00C-1E4A-8D4F-A6BB596EB501}" dt="2026-05-15T14:46:45.830" v="543" actId="1035"/>
          <ac:cxnSpMkLst>
            <pc:docMk/>
            <pc:sldMk cId="1632535519" sldId="289"/>
            <ac:cxnSpMk id="16" creationId="{BD0556F2-5DC0-6EAF-5D83-F8F663F11692}"/>
          </ac:cxnSpMkLst>
        </pc:cxnChg>
      </pc:sldChg>
      <pc:sldChg chg="delSp add setBg delDesignElem">
        <pc:chgData name="Sebastian Schulz" userId="7b9eb8de-fba4-4de7-9449-93f55919c255" providerId="ADAL" clId="{2FA220FD-A00C-1E4A-8D4F-A6BB596EB501}" dt="2026-05-16T16:19:39.193" v="4908"/>
        <pc:sldMkLst>
          <pc:docMk/>
          <pc:sldMk cId="1072266462" sldId="290"/>
        </pc:sldMkLst>
        <pc:spChg chg="del">
          <ac:chgData name="Sebastian Schulz" userId="7b9eb8de-fba4-4de7-9449-93f55919c255" providerId="ADAL" clId="{2FA220FD-A00C-1E4A-8D4F-A6BB596EB501}" dt="2026-05-16T16:19:39.193" v="4908"/>
          <ac:spMkLst>
            <pc:docMk/>
            <pc:sldMk cId="1072266462" sldId="290"/>
            <ac:spMk id="10" creationId="{53F29798-D584-4792-9B62-3F5F5C36D619}"/>
          </ac:spMkLst>
        </pc:spChg>
      </pc:sldChg>
      <pc:sldChg chg="addSp delSp modSp del mod setBg">
        <pc:chgData name="Sebastian Schulz" userId="7b9eb8de-fba4-4de7-9449-93f55919c255" providerId="ADAL" clId="{2FA220FD-A00C-1E4A-8D4F-A6BB596EB501}" dt="2026-05-16T16:19:21.685" v="4906" actId="2696"/>
        <pc:sldMkLst>
          <pc:docMk/>
          <pc:sldMk cId="2441429536" sldId="290"/>
        </pc:sldMkLst>
        <pc:spChg chg="mod">
          <ac:chgData name="Sebastian Schulz" userId="7b9eb8de-fba4-4de7-9449-93f55919c255" providerId="ADAL" clId="{2FA220FD-A00C-1E4A-8D4F-A6BB596EB501}" dt="2026-05-15T17:07:01.767" v="2309" actId="20577"/>
          <ac:spMkLst>
            <pc:docMk/>
            <pc:sldMk cId="2441429536" sldId="290"/>
            <ac:spMk id="2" creationId="{C5DE45D2-F741-7A92-3A3F-27F86F3D4039}"/>
          </ac:spMkLst>
        </pc:spChg>
        <pc:spChg chg="add del mod">
          <ac:chgData name="Sebastian Schulz" userId="7b9eb8de-fba4-4de7-9449-93f55919c255" providerId="ADAL" clId="{2FA220FD-A00C-1E4A-8D4F-A6BB596EB501}" dt="2026-05-15T16:18:17.699" v="883" actId="478"/>
          <ac:spMkLst>
            <pc:docMk/>
            <pc:sldMk cId="2441429536" sldId="290"/>
            <ac:spMk id="3" creationId="{6386C1BE-12A3-1793-2E09-4978CCF53A31}"/>
          </ac:spMkLst>
        </pc:spChg>
        <pc:spChg chg="mod ord">
          <ac:chgData name="Sebastian Schulz" userId="7b9eb8de-fba4-4de7-9449-93f55919c255" providerId="ADAL" clId="{2FA220FD-A00C-1E4A-8D4F-A6BB596EB501}" dt="2026-05-15T16:19:48.725" v="885" actId="26606"/>
          <ac:spMkLst>
            <pc:docMk/>
            <pc:sldMk cId="2441429536" sldId="290"/>
            <ac:spMk id="4" creationId="{54BE187D-10D1-29D6-C40E-079563D59A4E}"/>
          </ac:spMkLst>
        </pc:spChg>
        <pc:spChg chg="del">
          <ac:chgData name="Sebastian Schulz" userId="7b9eb8de-fba4-4de7-9449-93f55919c255" providerId="ADAL" clId="{2FA220FD-A00C-1E4A-8D4F-A6BB596EB501}" dt="2026-05-15T15:02:28.484" v="841" actId="478"/>
          <ac:spMkLst>
            <pc:docMk/>
            <pc:sldMk cId="2441429536" sldId="290"/>
            <ac:spMk id="5" creationId="{20FE630A-656F-FE57-2213-D20D9712916C}"/>
          </ac:spMkLst>
        </pc:spChg>
        <pc:spChg chg="del">
          <ac:chgData name="Sebastian Schulz" userId="7b9eb8de-fba4-4de7-9449-93f55919c255" providerId="ADAL" clId="{2FA220FD-A00C-1E4A-8D4F-A6BB596EB501}" dt="2026-05-15T15:02:30.433" v="842" actId="478"/>
          <ac:spMkLst>
            <pc:docMk/>
            <pc:sldMk cId="2441429536" sldId="290"/>
            <ac:spMk id="6" creationId="{133A4640-DAF6-BDFF-EC9D-20E1686D3E61}"/>
          </ac:spMkLst>
        </pc:spChg>
        <pc:spChg chg="add mod">
          <ac:chgData name="Sebastian Schulz" userId="7b9eb8de-fba4-4de7-9449-93f55919c255" providerId="ADAL" clId="{2FA220FD-A00C-1E4A-8D4F-A6BB596EB501}" dt="2026-05-15T17:09:22.313" v="2447" actId="114"/>
          <ac:spMkLst>
            <pc:docMk/>
            <pc:sldMk cId="2441429536" sldId="290"/>
            <ac:spMk id="6" creationId="{58F87389-A12F-0DAA-CB92-0EFBFE7085CF}"/>
          </ac:spMkLst>
        </pc:spChg>
        <pc:spChg chg="add del">
          <ac:chgData name="Sebastian Schulz" userId="7b9eb8de-fba4-4de7-9449-93f55919c255" providerId="ADAL" clId="{2FA220FD-A00C-1E4A-8D4F-A6BB596EB501}" dt="2026-05-15T16:24:37.146" v="1148" actId="478"/>
          <ac:spMkLst>
            <pc:docMk/>
            <pc:sldMk cId="2441429536" sldId="290"/>
            <ac:spMk id="8" creationId="{E88F4917-9317-91A7-C8E5-7C7DE948719A}"/>
          </ac:spMkLst>
        </pc:spChg>
        <pc:spChg chg="add">
          <ac:chgData name="Sebastian Schulz" userId="7b9eb8de-fba4-4de7-9449-93f55919c255" providerId="ADAL" clId="{2FA220FD-A00C-1E4A-8D4F-A6BB596EB501}" dt="2026-05-15T16:19:48.725" v="885" actId="26606"/>
          <ac:spMkLst>
            <pc:docMk/>
            <pc:sldMk cId="2441429536" sldId="290"/>
            <ac:spMk id="10" creationId="{53F29798-D584-4792-9B62-3F5F5C36D619}"/>
          </ac:spMkLst>
        </pc:spChg>
        <pc:spChg chg="add del mod">
          <ac:chgData name="Sebastian Schulz" userId="7b9eb8de-fba4-4de7-9449-93f55919c255" providerId="ADAL" clId="{2FA220FD-A00C-1E4A-8D4F-A6BB596EB501}" dt="2026-05-15T16:27:59.190" v="1168" actId="478"/>
          <ac:spMkLst>
            <pc:docMk/>
            <pc:sldMk cId="2441429536" sldId="290"/>
            <ac:spMk id="13" creationId="{841CDC2D-B25F-0460-9B34-0212BD827DE9}"/>
          </ac:spMkLst>
        </pc:spChg>
        <pc:spChg chg="add mod">
          <ac:chgData name="Sebastian Schulz" userId="7b9eb8de-fba4-4de7-9449-93f55919c255" providerId="ADAL" clId="{2FA220FD-A00C-1E4A-8D4F-A6BB596EB501}" dt="2026-05-15T23:38:01.479" v="4525" actId="1035"/>
          <ac:spMkLst>
            <pc:docMk/>
            <pc:sldMk cId="2441429536" sldId="290"/>
            <ac:spMk id="15" creationId="{929BAB20-F70D-C9B8-5E61-BE79E848D420}"/>
          </ac:spMkLst>
        </pc:spChg>
        <pc:picChg chg="add mod modCrop">
          <ac:chgData name="Sebastian Schulz" userId="7b9eb8de-fba4-4de7-9449-93f55919c255" providerId="ADAL" clId="{2FA220FD-A00C-1E4A-8D4F-A6BB596EB501}" dt="2026-05-15T23:37:57.418" v="4523" actId="1037"/>
          <ac:picMkLst>
            <pc:docMk/>
            <pc:sldMk cId="2441429536" sldId="290"/>
            <ac:picMk id="5" creationId="{BB1A0C40-58E3-01A0-6219-E52475840BA8}"/>
          </ac:picMkLst>
        </pc:picChg>
        <pc:picChg chg="del">
          <ac:chgData name="Sebastian Schulz" userId="7b9eb8de-fba4-4de7-9449-93f55919c255" providerId="ADAL" clId="{2FA220FD-A00C-1E4A-8D4F-A6BB596EB501}" dt="2026-05-15T15:02:25.992" v="840" actId="478"/>
          <ac:picMkLst>
            <pc:docMk/>
            <pc:sldMk cId="2441429536" sldId="290"/>
            <ac:picMk id="8" creationId="{8F82BADC-0888-84DD-A494-E5A16281F505}"/>
          </ac:picMkLst>
        </pc:picChg>
        <pc:picChg chg="add mod">
          <ac:chgData name="Sebastian Schulz" userId="7b9eb8de-fba4-4de7-9449-93f55919c255" providerId="ADAL" clId="{2FA220FD-A00C-1E4A-8D4F-A6BB596EB501}" dt="2026-05-15T23:38:07.997" v="4528" actId="1076"/>
          <ac:picMkLst>
            <pc:docMk/>
            <pc:sldMk cId="2441429536" sldId="290"/>
            <ac:picMk id="11" creationId="{AA7E83AA-F985-13A4-C038-A3866E61FD58}"/>
          </ac:picMkLst>
        </pc:picChg>
      </pc:sldChg>
      <pc:sldChg chg="modSp mod modNotesTx">
        <pc:chgData name="Sebastian Schulz" userId="7b9eb8de-fba4-4de7-9449-93f55919c255" providerId="ADAL" clId="{2FA220FD-A00C-1E4A-8D4F-A6BB596EB501}" dt="2026-05-19T16:43:50.449" v="10881" actId="20577"/>
        <pc:sldMkLst>
          <pc:docMk/>
          <pc:sldMk cId="3664954242" sldId="296"/>
        </pc:sldMkLst>
        <pc:graphicFrameChg chg="modGraphic">
          <ac:chgData name="Sebastian Schulz" userId="7b9eb8de-fba4-4de7-9449-93f55919c255" providerId="ADAL" clId="{2FA220FD-A00C-1E4A-8D4F-A6BB596EB501}" dt="2026-05-16T16:13:05.602" v="4646" actId="113"/>
          <ac:graphicFrameMkLst>
            <pc:docMk/>
            <pc:sldMk cId="3664954242" sldId="296"/>
            <ac:graphicFrameMk id="5" creationId="{BE8178D9-C14A-33F6-624E-98DCC71B7DB7}"/>
          </ac:graphicFrameMkLst>
        </pc:graphicFrameChg>
      </pc:sldChg>
      <pc:sldChg chg="addSp delSp modSp mod">
        <pc:chgData name="Sebastian Schulz" userId="7b9eb8de-fba4-4de7-9449-93f55919c255" providerId="ADAL" clId="{2FA220FD-A00C-1E4A-8D4F-A6BB596EB501}" dt="2026-05-19T12:45:33.431" v="9126" actId="207"/>
        <pc:sldMkLst>
          <pc:docMk/>
          <pc:sldMk cId="294643809" sldId="298"/>
        </pc:sldMkLst>
        <pc:spChg chg="mod">
          <ac:chgData name="Sebastian Schulz" userId="7b9eb8de-fba4-4de7-9449-93f55919c255" providerId="ADAL" clId="{2FA220FD-A00C-1E4A-8D4F-A6BB596EB501}" dt="2026-05-15T21:48:16.457" v="3247" actId="14100"/>
          <ac:spMkLst>
            <pc:docMk/>
            <pc:sldMk cId="294643809" sldId="298"/>
            <ac:spMk id="2" creationId="{C8BD4C0E-6F2A-20A8-DBB5-250B2BF558A2}"/>
          </ac:spMkLst>
        </pc:spChg>
        <pc:spChg chg="mod">
          <ac:chgData name="Sebastian Schulz" userId="7b9eb8de-fba4-4de7-9449-93f55919c255" providerId="ADAL" clId="{2FA220FD-A00C-1E4A-8D4F-A6BB596EB501}" dt="2026-05-19T12:45:33.431" v="9126" actId="207"/>
          <ac:spMkLst>
            <pc:docMk/>
            <pc:sldMk cId="294643809" sldId="298"/>
            <ac:spMk id="3" creationId="{98E3C3C1-E9F6-0DDA-4E89-4F5BA232A5F0}"/>
          </ac:spMkLst>
        </pc:spChg>
        <pc:spChg chg="mod">
          <ac:chgData name="Sebastian Schulz" userId="7b9eb8de-fba4-4de7-9449-93f55919c255" providerId="ADAL" clId="{2FA220FD-A00C-1E4A-8D4F-A6BB596EB501}" dt="2026-05-18T22:37:54.264" v="8451" actId="1036"/>
          <ac:spMkLst>
            <pc:docMk/>
            <pc:sldMk cId="294643809" sldId="298"/>
            <ac:spMk id="5" creationId="{6FE51472-F2A7-3531-D6C1-D8463D140471}"/>
          </ac:spMkLst>
        </pc:spChg>
        <pc:spChg chg="del mod">
          <ac:chgData name="Sebastian Schulz" userId="7b9eb8de-fba4-4de7-9449-93f55919c255" providerId="ADAL" clId="{2FA220FD-A00C-1E4A-8D4F-A6BB596EB501}" dt="2026-05-17T15:38:04.655" v="8068" actId="478"/>
          <ac:spMkLst>
            <pc:docMk/>
            <pc:sldMk cId="294643809" sldId="298"/>
            <ac:spMk id="6" creationId="{47418DB3-B41C-3FC0-2564-64752067BE69}"/>
          </ac:spMkLst>
        </pc:spChg>
        <pc:spChg chg="add del mod">
          <ac:chgData name="Sebastian Schulz" userId="7b9eb8de-fba4-4de7-9449-93f55919c255" providerId="ADAL" clId="{2FA220FD-A00C-1E4A-8D4F-A6BB596EB501}" dt="2026-05-19T11:31:48.918" v="9030"/>
          <ac:spMkLst>
            <pc:docMk/>
            <pc:sldMk cId="294643809" sldId="298"/>
            <ac:spMk id="6" creationId="{E4A20C30-C448-3432-00BC-0FC65CD4A0C0}"/>
          </ac:spMkLst>
        </pc:spChg>
        <pc:spChg chg="mod">
          <ac:chgData name="Sebastian Schulz" userId="7b9eb8de-fba4-4de7-9449-93f55919c255" providerId="ADAL" clId="{2FA220FD-A00C-1E4A-8D4F-A6BB596EB501}" dt="2026-05-17T15:36:03.635" v="7988" actId="14100"/>
          <ac:spMkLst>
            <pc:docMk/>
            <pc:sldMk cId="294643809" sldId="298"/>
            <ac:spMk id="7" creationId="{39AE8293-11DD-1826-C0D9-6DD9FE328744}"/>
          </ac:spMkLst>
        </pc:spChg>
        <pc:spChg chg="mod">
          <ac:chgData name="Sebastian Schulz" userId="7b9eb8de-fba4-4de7-9449-93f55919c255" providerId="ADAL" clId="{2FA220FD-A00C-1E4A-8D4F-A6BB596EB501}" dt="2026-05-18T22:37:54.264" v="8451" actId="1036"/>
          <ac:spMkLst>
            <pc:docMk/>
            <pc:sldMk cId="294643809" sldId="298"/>
            <ac:spMk id="11" creationId="{4EED4F4C-CCA5-E6F2-E9B4-E9C4F31398B3}"/>
          </ac:spMkLst>
        </pc:spChg>
        <pc:spChg chg="add mod">
          <ac:chgData name="Sebastian Schulz" userId="7b9eb8de-fba4-4de7-9449-93f55919c255" providerId="ADAL" clId="{2FA220FD-A00C-1E4A-8D4F-A6BB596EB501}" dt="2026-05-18T15:30:58.622" v="8384" actId="1076"/>
          <ac:spMkLst>
            <pc:docMk/>
            <pc:sldMk cId="294643809" sldId="298"/>
            <ac:spMk id="13" creationId="{FB004E9F-4FBA-185E-BB14-01B2AA981118}"/>
          </ac:spMkLst>
        </pc:spChg>
        <pc:spChg chg="add mod">
          <ac:chgData name="Sebastian Schulz" userId="7b9eb8de-fba4-4de7-9449-93f55919c255" providerId="ADAL" clId="{2FA220FD-A00C-1E4A-8D4F-A6BB596EB501}" dt="2026-05-17T15:45:06.702" v="8155" actId="1076"/>
          <ac:spMkLst>
            <pc:docMk/>
            <pc:sldMk cId="294643809" sldId="298"/>
            <ac:spMk id="14" creationId="{3EF5A311-781F-AF00-6CA7-F3001E9B8D9C}"/>
          </ac:spMkLst>
        </pc:spChg>
        <pc:spChg chg="add del mod">
          <ac:chgData name="Sebastian Schulz" userId="7b9eb8de-fba4-4de7-9449-93f55919c255" providerId="ADAL" clId="{2FA220FD-A00C-1E4A-8D4F-A6BB596EB501}" dt="2026-05-17T15:43:31.916" v="8087" actId="478"/>
          <ac:spMkLst>
            <pc:docMk/>
            <pc:sldMk cId="294643809" sldId="298"/>
            <ac:spMk id="15" creationId="{02A9F986-13EA-9B16-9D47-00D0B63272FC}"/>
          </ac:spMkLst>
        </pc:spChg>
        <pc:spChg chg="add mod">
          <ac:chgData name="Sebastian Schulz" userId="7b9eb8de-fba4-4de7-9449-93f55919c255" providerId="ADAL" clId="{2FA220FD-A00C-1E4A-8D4F-A6BB596EB501}" dt="2026-05-17T15:45:23.436" v="8169" actId="1036"/>
          <ac:spMkLst>
            <pc:docMk/>
            <pc:sldMk cId="294643809" sldId="298"/>
            <ac:spMk id="16" creationId="{0923CD2E-A5ED-8B8C-9B63-5C3DED5B05CE}"/>
          </ac:spMkLst>
        </pc:spChg>
        <pc:spChg chg="add mod">
          <ac:chgData name="Sebastian Schulz" userId="7b9eb8de-fba4-4de7-9449-93f55919c255" providerId="ADAL" clId="{2FA220FD-A00C-1E4A-8D4F-A6BB596EB501}" dt="2026-05-19T11:32:34.728" v="9051" actId="20577"/>
          <ac:spMkLst>
            <pc:docMk/>
            <pc:sldMk cId="294643809" sldId="298"/>
            <ac:spMk id="17" creationId="{A74FF710-B57B-DA59-5A09-D79F0E38EC58}"/>
          </ac:spMkLst>
        </pc:spChg>
        <pc:spChg chg="add mod">
          <ac:chgData name="Sebastian Schulz" userId="7b9eb8de-fba4-4de7-9449-93f55919c255" providerId="ADAL" clId="{2FA220FD-A00C-1E4A-8D4F-A6BB596EB501}" dt="2026-05-17T15:45:46.064" v="8184" actId="1037"/>
          <ac:spMkLst>
            <pc:docMk/>
            <pc:sldMk cId="294643809" sldId="298"/>
            <ac:spMk id="18" creationId="{DE68C93F-2364-8521-9BC3-AB2DF3C00CD4}"/>
          </ac:spMkLst>
        </pc:spChg>
        <pc:picChg chg="mod">
          <ac:chgData name="Sebastian Schulz" userId="7b9eb8de-fba4-4de7-9449-93f55919c255" providerId="ADAL" clId="{2FA220FD-A00C-1E4A-8D4F-A6BB596EB501}" dt="2026-05-18T22:37:54.264" v="8451" actId="1036"/>
          <ac:picMkLst>
            <pc:docMk/>
            <pc:sldMk cId="294643809" sldId="298"/>
            <ac:picMk id="1026" creationId="{385ADE3D-2E50-BF6C-D3F6-AD38F7DA38E7}"/>
          </ac:picMkLst>
        </pc:picChg>
        <pc:cxnChg chg="mod">
          <ac:chgData name="Sebastian Schulz" userId="7b9eb8de-fba4-4de7-9449-93f55919c255" providerId="ADAL" clId="{2FA220FD-A00C-1E4A-8D4F-A6BB596EB501}" dt="2026-05-17T15:35:29.594" v="7939" actId="1038"/>
          <ac:cxnSpMkLst>
            <pc:docMk/>
            <pc:sldMk cId="294643809" sldId="298"/>
            <ac:cxnSpMk id="8" creationId="{5F2376EF-D913-E0F1-2812-74861F38970B}"/>
          </ac:cxnSpMkLst>
        </pc:cxnChg>
        <pc:cxnChg chg="mod">
          <ac:chgData name="Sebastian Schulz" userId="7b9eb8de-fba4-4de7-9449-93f55919c255" providerId="ADAL" clId="{2FA220FD-A00C-1E4A-8D4F-A6BB596EB501}" dt="2026-05-17T15:35:53.136" v="7979" actId="1036"/>
          <ac:cxnSpMkLst>
            <pc:docMk/>
            <pc:sldMk cId="294643809" sldId="298"/>
            <ac:cxnSpMk id="9" creationId="{25BC8063-5431-5D3B-028F-37802F4220E6}"/>
          </ac:cxnSpMkLst>
        </pc:cxnChg>
        <pc:cxnChg chg="mod">
          <ac:chgData name="Sebastian Schulz" userId="7b9eb8de-fba4-4de7-9449-93f55919c255" providerId="ADAL" clId="{2FA220FD-A00C-1E4A-8D4F-A6BB596EB501}" dt="2026-05-17T15:35:53.136" v="7979" actId="1036"/>
          <ac:cxnSpMkLst>
            <pc:docMk/>
            <pc:sldMk cId="294643809" sldId="298"/>
            <ac:cxnSpMk id="10" creationId="{0254F6DA-DF4A-C78C-06E7-DBC5992C0818}"/>
          </ac:cxnSpMkLst>
        </pc:cxnChg>
        <pc:cxnChg chg="mod">
          <ac:chgData name="Sebastian Schulz" userId="7b9eb8de-fba4-4de7-9449-93f55919c255" providerId="ADAL" clId="{2FA220FD-A00C-1E4A-8D4F-A6BB596EB501}" dt="2026-05-17T15:35:53.136" v="7979" actId="1036"/>
          <ac:cxnSpMkLst>
            <pc:docMk/>
            <pc:sldMk cId="294643809" sldId="298"/>
            <ac:cxnSpMk id="12" creationId="{A23542F7-C55A-C3F8-632E-977372FB37FE}"/>
          </ac:cxnSpMkLst>
        </pc:cxnChg>
        <pc:cxnChg chg="del mod">
          <ac:chgData name="Sebastian Schulz" userId="7b9eb8de-fba4-4de7-9449-93f55919c255" providerId="ADAL" clId="{2FA220FD-A00C-1E4A-8D4F-A6BB596EB501}" dt="2026-05-15T21:49:05.532" v="3255" actId="478"/>
          <ac:cxnSpMkLst>
            <pc:docMk/>
            <pc:sldMk cId="294643809" sldId="298"/>
            <ac:cxnSpMk id="13" creationId="{212ADD91-7278-E7C2-CEDE-D34675C4D185}"/>
          </ac:cxnSpMkLst>
        </pc:cxnChg>
        <pc:cxnChg chg="del mod">
          <ac:chgData name="Sebastian Schulz" userId="7b9eb8de-fba4-4de7-9449-93f55919c255" providerId="ADAL" clId="{2FA220FD-A00C-1E4A-8D4F-A6BB596EB501}" dt="2026-05-15T21:49:06.307" v="3256" actId="478"/>
          <ac:cxnSpMkLst>
            <pc:docMk/>
            <pc:sldMk cId="294643809" sldId="298"/>
            <ac:cxnSpMk id="14" creationId="{241A74BF-6344-1339-DD87-90299B9EE7D6}"/>
          </ac:cxnSpMkLst>
        </pc:cxnChg>
      </pc:sldChg>
      <pc:sldChg chg="addSp delSp modSp mod">
        <pc:chgData name="Sebastian Schulz" userId="7b9eb8de-fba4-4de7-9449-93f55919c255" providerId="ADAL" clId="{2FA220FD-A00C-1E4A-8D4F-A6BB596EB501}" dt="2026-05-17T15:48:32.021" v="8251" actId="1036"/>
        <pc:sldMkLst>
          <pc:docMk/>
          <pc:sldMk cId="2274803046" sldId="299"/>
        </pc:sldMkLst>
        <pc:spChg chg="mod">
          <ac:chgData name="Sebastian Schulz" userId="7b9eb8de-fba4-4de7-9449-93f55919c255" providerId="ADAL" clId="{2FA220FD-A00C-1E4A-8D4F-A6BB596EB501}" dt="2026-05-15T21:47:54.314" v="3223" actId="20577"/>
          <ac:spMkLst>
            <pc:docMk/>
            <pc:sldMk cId="2274803046" sldId="299"/>
            <ac:spMk id="2" creationId="{97E610A2-1C91-EA2C-06F2-236A71104044}"/>
          </ac:spMkLst>
        </pc:spChg>
        <pc:spChg chg="add mod">
          <ac:chgData name="Sebastian Schulz" userId="7b9eb8de-fba4-4de7-9449-93f55919c255" providerId="ADAL" clId="{2FA220FD-A00C-1E4A-8D4F-A6BB596EB501}" dt="2026-05-17T15:46:39.256" v="8212" actId="1076"/>
          <ac:spMkLst>
            <pc:docMk/>
            <pc:sldMk cId="2274803046" sldId="299"/>
            <ac:spMk id="3" creationId="{EEBE0040-5D16-8873-3011-80D3E8E98DBA}"/>
          </ac:spMkLst>
        </pc:spChg>
        <pc:spChg chg="add mod">
          <ac:chgData name="Sebastian Schulz" userId="7b9eb8de-fba4-4de7-9449-93f55919c255" providerId="ADAL" clId="{2FA220FD-A00C-1E4A-8D4F-A6BB596EB501}" dt="2026-05-17T15:48:32.021" v="8251" actId="1036"/>
          <ac:spMkLst>
            <pc:docMk/>
            <pc:sldMk cId="2274803046" sldId="299"/>
            <ac:spMk id="10" creationId="{2963BB1B-3CB6-9DD4-39D9-1D2870070BB0}"/>
          </ac:spMkLst>
        </pc:spChg>
        <pc:spChg chg="del mod">
          <ac:chgData name="Sebastian Schulz" userId="7b9eb8de-fba4-4de7-9449-93f55919c255" providerId="ADAL" clId="{2FA220FD-A00C-1E4A-8D4F-A6BB596EB501}" dt="2026-05-17T15:48:14.841" v="8241"/>
          <ac:spMkLst>
            <pc:docMk/>
            <pc:sldMk cId="2274803046" sldId="299"/>
            <ac:spMk id="12" creationId="{3228A12B-B63C-DE59-C1C8-F4395C843377}"/>
          </ac:spMkLst>
        </pc:spChg>
        <pc:spChg chg="mod">
          <ac:chgData name="Sebastian Schulz" userId="7b9eb8de-fba4-4de7-9449-93f55919c255" providerId="ADAL" clId="{2FA220FD-A00C-1E4A-8D4F-A6BB596EB501}" dt="2026-05-15T14:52:50.771" v="742" actId="1076"/>
          <ac:spMkLst>
            <pc:docMk/>
            <pc:sldMk cId="2274803046" sldId="299"/>
            <ac:spMk id="14" creationId="{BF58BB13-FB77-6FF0-3641-E41197853EE7}"/>
          </ac:spMkLst>
        </pc:spChg>
        <pc:spChg chg="del mod">
          <ac:chgData name="Sebastian Schulz" userId="7b9eb8de-fba4-4de7-9449-93f55919c255" providerId="ADAL" clId="{2FA220FD-A00C-1E4A-8D4F-A6BB596EB501}" dt="2026-05-17T15:48:28.727" v="8248"/>
          <ac:spMkLst>
            <pc:docMk/>
            <pc:sldMk cId="2274803046" sldId="299"/>
            <ac:spMk id="17" creationId="{BB41C7ED-0A6B-5102-DA33-2F86640751CB}"/>
          </ac:spMkLst>
        </pc:spChg>
        <pc:spChg chg="add mod">
          <ac:chgData name="Sebastian Schulz" userId="7b9eb8de-fba4-4de7-9449-93f55919c255" providerId="ADAL" clId="{2FA220FD-A00C-1E4A-8D4F-A6BB596EB501}" dt="2026-05-17T15:48:32.021" v="8251" actId="1036"/>
          <ac:spMkLst>
            <pc:docMk/>
            <pc:sldMk cId="2274803046" sldId="299"/>
            <ac:spMk id="18" creationId="{47B4E69D-4A1F-1C37-0DBA-FA14F9C68635}"/>
          </ac:spMkLst>
        </pc:spChg>
      </pc:sldChg>
      <pc:sldChg chg="modSp mod">
        <pc:chgData name="Sebastian Schulz" userId="7b9eb8de-fba4-4de7-9449-93f55919c255" providerId="ADAL" clId="{2FA220FD-A00C-1E4A-8D4F-A6BB596EB501}" dt="2026-05-15T14:37:14.506" v="243" actId="20577"/>
        <pc:sldMkLst>
          <pc:docMk/>
          <pc:sldMk cId="2739568212" sldId="301"/>
        </pc:sldMkLst>
        <pc:spChg chg="mod">
          <ac:chgData name="Sebastian Schulz" userId="7b9eb8de-fba4-4de7-9449-93f55919c255" providerId="ADAL" clId="{2FA220FD-A00C-1E4A-8D4F-A6BB596EB501}" dt="2026-05-15T14:37:14.506" v="243" actId="20577"/>
          <ac:spMkLst>
            <pc:docMk/>
            <pc:sldMk cId="2739568212" sldId="301"/>
            <ac:spMk id="7" creationId="{A88B7918-AC39-FBDE-7108-57A87D55F776}"/>
          </ac:spMkLst>
        </pc:spChg>
      </pc:sldChg>
      <pc:sldChg chg="modSp mod">
        <pc:chgData name="Sebastian Schulz" userId="7b9eb8de-fba4-4de7-9449-93f55919c255" providerId="ADAL" clId="{2FA220FD-A00C-1E4A-8D4F-A6BB596EB501}" dt="2026-05-19T17:58:49.299" v="11223" actId="20577"/>
        <pc:sldMkLst>
          <pc:docMk/>
          <pc:sldMk cId="179000885" sldId="303"/>
        </pc:sldMkLst>
        <pc:spChg chg="mod">
          <ac:chgData name="Sebastian Schulz" userId="7b9eb8de-fba4-4de7-9449-93f55919c255" providerId="ADAL" clId="{2FA220FD-A00C-1E4A-8D4F-A6BB596EB501}" dt="2026-05-19T17:58:49.299" v="11223" actId="20577"/>
          <ac:spMkLst>
            <pc:docMk/>
            <pc:sldMk cId="179000885" sldId="303"/>
            <ac:spMk id="11" creationId="{7948F195-393D-F997-4E09-053E3BAD4F17}"/>
          </ac:spMkLst>
        </pc:spChg>
      </pc:sldChg>
      <pc:sldChg chg="modSp mod">
        <pc:chgData name="Sebastian Schulz" userId="7b9eb8de-fba4-4de7-9449-93f55919c255" providerId="ADAL" clId="{2FA220FD-A00C-1E4A-8D4F-A6BB596EB501}" dt="2026-05-15T17:06:13.615" v="2298" actId="1036"/>
        <pc:sldMkLst>
          <pc:docMk/>
          <pc:sldMk cId="2299014425" sldId="306"/>
        </pc:sldMkLst>
        <pc:spChg chg="mod">
          <ac:chgData name="Sebastian Schulz" userId="7b9eb8de-fba4-4de7-9449-93f55919c255" providerId="ADAL" clId="{2FA220FD-A00C-1E4A-8D4F-A6BB596EB501}" dt="2026-05-15T17:06:00.297" v="2272" actId="20577"/>
          <ac:spMkLst>
            <pc:docMk/>
            <pc:sldMk cId="2299014425" sldId="306"/>
            <ac:spMk id="6" creationId="{A71701F5-92EB-21F4-2894-BC9DB5B03335}"/>
          </ac:spMkLst>
        </pc:spChg>
        <pc:spChg chg="mod">
          <ac:chgData name="Sebastian Schulz" userId="7b9eb8de-fba4-4de7-9449-93f55919c255" providerId="ADAL" clId="{2FA220FD-A00C-1E4A-8D4F-A6BB596EB501}" dt="2026-05-15T17:06:13.615" v="2298" actId="1036"/>
          <ac:spMkLst>
            <pc:docMk/>
            <pc:sldMk cId="2299014425" sldId="306"/>
            <ac:spMk id="7" creationId="{2D8F8E76-4DFB-0023-059D-1F1724D2AB49}"/>
          </ac:spMkLst>
        </pc:spChg>
      </pc:sldChg>
      <pc:sldChg chg="mod modShow">
        <pc:chgData name="Sebastian Schulz" userId="7b9eb8de-fba4-4de7-9449-93f55919c255" providerId="ADAL" clId="{2FA220FD-A00C-1E4A-8D4F-A6BB596EB501}" dt="2026-05-15T15:03:20.697" v="865" actId="729"/>
        <pc:sldMkLst>
          <pc:docMk/>
          <pc:sldMk cId="571606905" sldId="307"/>
        </pc:sldMkLst>
      </pc:sldChg>
      <pc:sldChg chg="modSp mod">
        <pc:chgData name="Sebastian Schulz" userId="7b9eb8de-fba4-4de7-9449-93f55919c255" providerId="ADAL" clId="{2FA220FD-A00C-1E4A-8D4F-A6BB596EB501}" dt="2026-05-17T15:28:30.301" v="7766" actId="20577"/>
        <pc:sldMkLst>
          <pc:docMk/>
          <pc:sldMk cId="3973918609" sldId="308"/>
        </pc:sldMkLst>
        <pc:spChg chg="mod">
          <ac:chgData name="Sebastian Schulz" userId="7b9eb8de-fba4-4de7-9449-93f55919c255" providerId="ADAL" clId="{2FA220FD-A00C-1E4A-8D4F-A6BB596EB501}" dt="2026-05-17T15:28:30.301" v="7766" actId="20577"/>
          <ac:spMkLst>
            <pc:docMk/>
            <pc:sldMk cId="3973918609" sldId="308"/>
            <ac:spMk id="16" creationId="{F1FB798B-296C-0126-C0C0-8274BD942EB1}"/>
          </ac:spMkLst>
        </pc:spChg>
      </pc:sldChg>
      <pc:sldChg chg="addSp delSp modSp mod">
        <pc:chgData name="Sebastian Schulz" userId="7b9eb8de-fba4-4de7-9449-93f55919c255" providerId="ADAL" clId="{2FA220FD-A00C-1E4A-8D4F-A6BB596EB501}" dt="2026-05-19T12:47:36.908" v="9145" actId="1076"/>
        <pc:sldMkLst>
          <pc:docMk/>
          <pc:sldMk cId="2695459477" sldId="310"/>
        </pc:sldMkLst>
        <pc:spChg chg="mod">
          <ac:chgData name="Sebastian Schulz" userId="7b9eb8de-fba4-4de7-9449-93f55919c255" providerId="ADAL" clId="{2FA220FD-A00C-1E4A-8D4F-A6BB596EB501}" dt="2026-05-15T18:06:15.143" v="3217" actId="26606"/>
          <ac:spMkLst>
            <pc:docMk/>
            <pc:sldMk cId="2695459477" sldId="310"/>
            <ac:spMk id="2" creationId="{8A0EF347-8FE4-D66A-C1A2-3545B848E6C0}"/>
          </ac:spMkLst>
        </pc:spChg>
        <pc:spChg chg="add mod">
          <ac:chgData name="Sebastian Schulz" userId="7b9eb8de-fba4-4de7-9449-93f55919c255" providerId="ADAL" clId="{2FA220FD-A00C-1E4A-8D4F-A6BB596EB501}" dt="2026-05-17T15:51:38.020" v="8324"/>
          <ac:spMkLst>
            <pc:docMk/>
            <pc:sldMk cId="2695459477" sldId="310"/>
            <ac:spMk id="3" creationId="{495E7991-B392-738C-92DB-5503D6F36BB2}"/>
          </ac:spMkLst>
        </pc:spChg>
        <pc:spChg chg="mod ord">
          <ac:chgData name="Sebastian Schulz" userId="7b9eb8de-fba4-4de7-9449-93f55919c255" providerId="ADAL" clId="{2FA220FD-A00C-1E4A-8D4F-A6BB596EB501}" dt="2026-05-15T18:06:15.143" v="3217" actId="26606"/>
          <ac:spMkLst>
            <pc:docMk/>
            <pc:sldMk cId="2695459477" sldId="310"/>
            <ac:spMk id="4" creationId="{36EADBD7-6705-F382-BCA5-7A2EB7F24318}"/>
          </ac:spMkLst>
        </pc:spChg>
        <pc:spChg chg="add mod">
          <ac:chgData name="Sebastian Schulz" userId="7b9eb8de-fba4-4de7-9449-93f55919c255" providerId="ADAL" clId="{2FA220FD-A00C-1E4A-8D4F-A6BB596EB501}" dt="2026-05-19T12:47:36.908" v="9145" actId="1076"/>
          <ac:spMkLst>
            <pc:docMk/>
            <pc:sldMk cId="2695459477" sldId="310"/>
            <ac:spMk id="6" creationId="{B003CD79-8B96-0A31-078D-5EFD1B6FF0E4}"/>
          </ac:spMkLst>
        </pc:spChg>
        <pc:spChg chg="mod">
          <ac:chgData name="Sebastian Schulz" userId="7b9eb8de-fba4-4de7-9449-93f55919c255" providerId="ADAL" clId="{2FA220FD-A00C-1E4A-8D4F-A6BB596EB501}" dt="2026-05-17T15:50:51.999" v="8321" actId="207"/>
          <ac:spMkLst>
            <pc:docMk/>
            <pc:sldMk cId="2695459477" sldId="310"/>
            <ac:spMk id="7" creationId="{74F92FD9-BAB9-2B60-77D3-3E96DC3AA30D}"/>
          </ac:spMkLst>
        </pc:spChg>
        <pc:spChg chg="add del">
          <ac:chgData name="Sebastian Schulz" userId="7b9eb8de-fba4-4de7-9449-93f55919c255" providerId="ADAL" clId="{2FA220FD-A00C-1E4A-8D4F-A6BB596EB501}" dt="2026-05-15T18:06:15.143" v="3217" actId="26606"/>
          <ac:spMkLst>
            <pc:docMk/>
            <pc:sldMk cId="2695459477" sldId="310"/>
            <ac:spMk id="9" creationId="{53F29798-D584-4792-9B62-3F5F5C36D619}"/>
          </ac:spMkLst>
        </pc:spChg>
        <pc:spChg chg="add del">
          <ac:chgData name="Sebastian Schulz" userId="7b9eb8de-fba4-4de7-9449-93f55919c255" providerId="ADAL" clId="{2FA220FD-A00C-1E4A-8D4F-A6BB596EB501}" dt="2026-05-15T18:06:15.143" v="3217" actId="26606"/>
          <ac:spMkLst>
            <pc:docMk/>
            <pc:sldMk cId="2695459477" sldId="310"/>
            <ac:spMk id="14" creationId="{2550BE34-C2B8-49B8-8519-67A8CAD51AE9}"/>
          </ac:spMkLst>
        </pc:spChg>
        <pc:spChg chg="add del">
          <ac:chgData name="Sebastian Schulz" userId="7b9eb8de-fba4-4de7-9449-93f55919c255" providerId="ADAL" clId="{2FA220FD-A00C-1E4A-8D4F-A6BB596EB501}" dt="2026-05-15T18:06:15.143" v="3217" actId="26606"/>
          <ac:spMkLst>
            <pc:docMk/>
            <pc:sldMk cId="2695459477" sldId="310"/>
            <ac:spMk id="16" creationId="{A7457DD9-5A45-400A-AB4B-4B4EDECA25F1}"/>
          </ac:spMkLst>
        </pc:spChg>
        <pc:spChg chg="add del">
          <ac:chgData name="Sebastian Schulz" userId="7b9eb8de-fba4-4de7-9449-93f55919c255" providerId="ADAL" clId="{2FA220FD-A00C-1E4A-8D4F-A6BB596EB501}" dt="2026-05-15T18:06:15.143" v="3217" actId="26606"/>
          <ac:spMkLst>
            <pc:docMk/>
            <pc:sldMk cId="2695459477" sldId="310"/>
            <ac:spMk id="18" creationId="{441CF7D6-A660-431A-B0BB-140A0D5556B6}"/>
          </ac:spMkLst>
        </pc:spChg>
        <pc:spChg chg="add del">
          <ac:chgData name="Sebastian Schulz" userId="7b9eb8de-fba4-4de7-9449-93f55919c255" providerId="ADAL" clId="{2FA220FD-A00C-1E4A-8D4F-A6BB596EB501}" dt="2026-05-15T18:06:15.143" v="3217" actId="26606"/>
          <ac:spMkLst>
            <pc:docMk/>
            <pc:sldMk cId="2695459477" sldId="310"/>
            <ac:spMk id="20" creationId="{0570A85B-3810-4F95-97B0-CBF4CCDB381C}"/>
          </ac:spMkLst>
        </pc:spChg>
        <pc:picChg chg="del">
          <ac:chgData name="Sebastian Schulz" userId="7b9eb8de-fba4-4de7-9449-93f55919c255" providerId="ADAL" clId="{2FA220FD-A00C-1E4A-8D4F-A6BB596EB501}" dt="2026-05-15T18:06:00.830" v="3214" actId="478"/>
          <ac:picMkLst>
            <pc:docMk/>
            <pc:sldMk cId="2695459477" sldId="310"/>
            <ac:picMk id="3" creationId="{14672598-7BB8-7182-4082-E476020E0747}"/>
          </ac:picMkLst>
        </pc:picChg>
        <pc:picChg chg="add mod">
          <ac:chgData name="Sebastian Schulz" userId="7b9eb8de-fba4-4de7-9449-93f55919c255" providerId="ADAL" clId="{2FA220FD-A00C-1E4A-8D4F-A6BB596EB501}" dt="2026-05-17T15:51:04.295" v="8323" actId="1076"/>
          <ac:picMkLst>
            <pc:docMk/>
            <pc:sldMk cId="2695459477" sldId="310"/>
            <ac:picMk id="5" creationId="{D7FC5F2F-E9D5-83E5-3E21-B808DD1701BF}"/>
          </ac:picMkLst>
        </pc:picChg>
      </pc:sldChg>
      <pc:sldChg chg="modSp mod modNotesTx">
        <pc:chgData name="Sebastian Schulz" userId="7b9eb8de-fba4-4de7-9449-93f55919c255" providerId="ADAL" clId="{2FA220FD-A00C-1E4A-8D4F-A6BB596EB501}" dt="2026-05-19T19:11:27.139" v="11418" actId="20577"/>
        <pc:sldMkLst>
          <pc:docMk/>
          <pc:sldMk cId="893816514" sldId="312"/>
        </pc:sldMkLst>
        <pc:spChg chg="mod">
          <ac:chgData name="Sebastian Schulz" userId="7b9eb8de-fba4-4de7-9449-93f55919c255" providerId="ADAL" clId="{2FA220FD-A00C-1E4A-8D4F-A6BB596EB501}" dt="2026-05-15T14:58:34.056" v="794" actId="20577"/>
          <ac:spMkLst>
            <pc:docMk/>
            <pc:sldMk cId="893816514" sldId="312"/>
            <ac:spMk id="9" creationId="{9FDCDD91-26AC-9FE0-BBFD-35AC9B819ACF}"/>
          </ac:spMkLst>
        </pc:spChg>
        <pc:graphicFrameChg chg="modGraphic">
          <ac:chgData name="Sebastian Schulz" userId="7b9eb8de-fba4-4de7-9449-93f55919c255" providerId="ADAL" clId="{2FA220FD-A00C-1E4A-8D4F-A6BB596EB501}" dt="2026-05-15T14:57:46.566" v="793" actId="20577"/>
          <ac:graphicFrameMkLst>
            <pc:docMk/>
            <pc:sldMk cId="893816514" sldId="312"/>
            <ac:graphicFrameMk id="3" creationId="{42F9534B-2756-0580-140B-7C6C7B6572C7}"/>
          </ac:graphicFrameMkLst>
        </pc:graphicFrameChg>
      </pc:sldChg>
      <pc:sldChg chg="modSp mod">
        <pc:chgData name="Sebastian Schulz" userId="7b9eb8de-fba4-4de7-9449-93f55919c255" providerId="ADAL" clId="{2FA220FD-A00C-1E4A-8D4F-A6BB596EB501}" dt="2026-05-19T18:49:46.579" v="11254" actId="1035"/>
        <pc:sldMkLst>
          <pc:docMk/>
          <pc:sldMk cId="3456051659" sldId="313"/>
        </pc:sldMkLst>
        <pc:spChg chg="mod">
          <ac:chgData name="Sebastian Schulz" userId="7b9eb8de-fba4-4de7-9449-93f55919c255" providerId="ADAL" clId="{2FA220FD-A00C-1E4A-8D4F-A6BB596EB501}" dt="2026-05-19T18:49:16.843" v="11239" actId="115"/>
          <ac:spMkLst>
            <pc:docMk/>
            <pc:sldMk cId="3456051659" sldId="313"/>
            <ac:spMk id="3" creationId="{5BFE660F-FCBC-2379-3ACA-8328B55FE5D8}"/>
          </ac:spMkLst>
        </pc:spChg>
        <pc:spChg chg="mod">
          <ac:chgData name="Sebastian Schulz" userId="7b9eb8de-fba4-4de7-9449-93f55919c255" providerId="ADAL" clId="{2FA220FD-A00C-1E4A-8D4F-A6BB596EB501}" dt="2026-05-16T23:11:06.889" v="7595" actId="13926"/>
          <ac:spMkLst>
            <pc:docMk/>
            <pc:sldMk cId="3456051659" sldId="313"/>
            <ac:spMk id="7" creationId="{229B24AB-C36D-7C81-3ED6-3F470BAC5E1F}"/>
          </ac:spMkLst>
        </pc:spChg>
        <pc:spChg chg="mod">
          <ac:chgData name="Sebastian Schulz" userId="7b9eb8de-fba4-4de7-9449-93f55919c255" providerId="ADAL" clId="{2FA220FD-A00C-1E4A-8D4F-A6BB596EB501}" dt="2026-05-19T18:49:46.579" v="11254" actId="1035"/>
          <ac:spMkLst>
            <pc:docMk/>
            <pc:sldMk cId="3456051659" sldId="313"/>
            <ac:spMk id="15" creationId="{5D9B3B4C-7BCB-A6E0-B0F5-DAF7AC7D4052}"/>
          </ac:spMkLst>
        </pc:spChg>
      </pc:sldChg>
      <pc:sldChg chg="modSp mod ord modShow modNotesTx">
        <pc:chgData name="Sebastian Schulz" userId="7b9eb8de-fba4-4de7-9449-93f55919c255" providerId="ADAL" clId="{2FA220FD-A00C-1E4A-8D4F-A6BB596EB501}" dt="2026-05-19T16:01:52.862" v="10839"/>
        <pc:sldMkLst>
          <pc:docMk/>
          <pc:sldMk cId="1559540500" sldId="315"/>
        </pc:sldMkLst>
        <pc:spChg chg="mod">
          <ac:chgData name="Sebastian Schulz" userId="7b9eb8de-fba4-4de7-9449-93f55919c255" providerId="ADAL" clId="{2FA220FD-A00C-1E4A-8D4F-A6BB596EB501}" dt="2026-05-19T15:59:08.131" v="10828" actId="113"/>
          <ac:spMkLst>
            <pc:docMk/>
            <pc:sldMk cId="1559540500" sldId="315"/>
            <ac:spMk id="3" creationId="{B666DFDE-CD39-1120-F462-3DADE9DD2FAF}"/>
          </ac:spMkLst>
        </pc:spChg>
        <pc:spChg chg="mod">
          <ac:chgData name="Sebastian Schulz" userId="7b9eb8de-fba4-4de7-9449-93f55919c255" providerId="ADAL" clId="{2FA220FD-A00C-1E4A-8D4F-A6BB596EB501}" dt="2026-05-19T13:11:49.080" v="10002" actId="1076"/>
          <ac:spMkLst>
            <pc:docMk/>
            <pc:sldMk cId="1559540500" sldId="315"/>
            <ac:spMk id="12" creationId="{015E63E9-4E68-0B65-E2A7-64E94827859B}"/>
          </ac:spMkLst>
        </pc:spChg>
      </pc:sldChg>
      <pc:sldChg chg="addSp modSp mod ord modShow modNotesTx">
        <pc:chgData name="Sebastian Schulz" userId="7b9eb8de-fba4-4de7-9449-93f55919c255" providerId="ADAL" clId="{2FA220FD-A00C-1E4A-8D4F-A6BB596EB501}" dt="2026-05-19T16:01:56.896" v="10842"/>
        <pc:sldMkLst>
          <pc:docMk/>
          <pc:sldMk cId="354962792" sldId="316"/>
        </pc:sldMkLst>
        <pc:spChg chg="mod">
          <ac:chgData name="Sebastian Schulz" userId="7b9eb8de-fba4-4de7-9449-93f55919c255" providerId="ADAL" clId="{2FA220FD-A00C-1E4A-8D4F-A6BB596EB501}" dt="2026-05-19T15:59:00.566" v="10827" actId="113"/>
          <ac:spMkLst>
            <pc:docMk/>
            <pc:sldMk cId="354962792" sldId="316"/>
            <ac:spMk id="3" creationId="{4F233976-FEFC-9C55-82EB-F21E44A18D68}"/>
          </ac:spMkLst>
        </pc:spChg>
        <pc:spChg chg="mod">
          <ac:chgData name="Sebastian Schulz" userId="7b9eb8de-fba4-4de7-9449-93f55919c255" providerId="ADAL" clId="{2FA220FD-A00C-1E4A-8D4F-A6BB596EB501}" dt="2026-05-19T13:54:00.789" v="10487" actId="1076"/>
          <ac:spMkLst>
            <pc:docMk/>
            <pc:sldMk cId="354962792" sldId="316"/>
            <ac:spMk id="6" creationId="{998C822A-2F1C-D82D-D56C-6B8CE3F30C5E}"/>
          </ac:spMkLst>
        </pc:spChg>
        <pc:spChg chg="mod">
          <ac:chgData name="Sebastian Schulz" userId="7b9eb8de-fba4-4de7-9449-93f55919c255" providerId="ADAL" clId="{2FA220FD-A00C-1E4A-8D4F-A6BB596EB501}" dt="2026-05-19T13:53:52.655" v="10485" actId="1076"/>
          <ac:spMkLst>
            <pc:docMk/>
            <pc:sldMk cId="354962792" sldId="316"/>
            <ac:spMk id="7" creationId="{57C909E8-F673-D8A3-82E2-EA3B73979692}"/>
          </ac:spMkLst>
        </pc:spChg>
        <pc:spChg chg="add mod">
          <ac:chgData name="Sebastian Schulz" userId="7b9eb8de-fba4-4de7-9449-93f55919c255" providerId="ADAL" clId="{2FA220FD-A00C-1E4A-8D4F-A6BB596EB501}" dt="2026-05-19T15:57:47.049" v="10826" actId="1035"/>
          <ac:spMkLst>
            <pc:docMk/>
            <pc:sldMk cId="354962792" sldId="316"/>
            <ac:spMk id="9" creationId="{37B48F98-A394-823E-5272-999BB52893BC}"/>
          </ac:spMkLst>
        </pc:spChg>
        <pc:spChg chg="add mod">
          <ac:chgData name="Sebastian Schulz" userId="7b9eb8de-fba4-4de7-9449-93f55919c255" providerId="ADAL" clId="{2FA220FD-A00C-1E4A-8D4F-A6BB596EB501}" dt="2026-05-19T15:57:35.533" v="10810" actId="767"/>
          <ac:spMkLst>
            <pc:docMk/>
            <pc:sldMk cId="354962792" sldId="316"/>
            <ac:spMk id="10" creationId="{EC129BA9-2D90-3C25-DAA9-0D306BEF443E}"/>
          </ac:spMkLst>
        </pc:spChg>
        <pc:spChg chg="mod">
          <ac:chgData name="Sebastian Schulz" userId="7b9eb8de-fba4-4de7-9449-93f55919c255" providerId="ADAL" clId="{2FA220FD-A00C-1E4A-8D4F-A6BB596EB501}" dt="2026-05-19T15:57:43.113" v="10819" actId="1035"/>
          <ac:spMkLst>
            <pc:docMk/>
            <pc:sldMk cId="354962792" sldId="316"/>
            <ac:spMk id="13" creationId="{EE8732AD-2741-DED3-F8C0-BC9FBDB7345E}"/>
          </ac:spMkLst>
        </pc:spChg>
        <pc:spChg chg="mod">
          <ac:chgData name="Sebastian Schulz" userId="7b9eb8de-fba4-4de7-9449-93f55919c255" providerId="ADAL" clId="{2FA220FD-A00C-1E4A-8D4F-A6BB596EB501}" dt="2026-05-19T15:57:43.113" v="10819" actId="1035"/>
          <ac:spMkLst>
            <pc:docMk/>
            <pc:sldMk cId="354962792" sldId="316"/>
            <ac:spMk id="15" creationId="{B741550D-8DD9-5A7B-FD3F-9589C181A53A}"/>
          </ac:spMkLst>
        </pc:spChg>
        <pc:spChg chg="mod">
          <ac:chgData name="Sebastian Schulz" userId="7b9eb8de-fba4-4de7-9449-93f55919c255" providerId="ADAL" clId="{2FA220FD-A00C-1E4A-8D4F-A6BB596EB501}" dt="2026-05-19T15:57:43.113" v="10819" actId="1035"/>
          <ac:spMkLst>
            <pc:docMk/>
            <pc:sldMk cId="354962792" sldId="316"/>
            <ac:spMk id="16" creationId="{91B9960F-8D75-7DEF-71D8-12E1B75F1AEC}"/>
          </ac:spMkLst>
        </pc:spChg>
        <pc:spChg chg="mod">
          <ac:chgData name="Sebastian Schulz" userId="7b9eb8de-fba4-4de7-9449-93f55919c255" providerId="ADAL" clId="{2FA220FD-A00C-1E4A-8D4F-A6BB596EB501}" dt="2026-05-19T15:57:43.113" v="10819" actId="1035"/>
          <ac:spMkLst>
            <pc:docMk/>
            <pc:sldMk cId="354962792" sldId="316"/>
            <ac:spMk id="17" creationId="{98C9F51E-EC15-8E9C-8952-CC6C082F6A21}"/>
          </ac:spMkLst>
        </pc:spChg>
        <pc:picChg chg="mod">
          <ac:chgData name="Sebastian Schulz" userId="7b9eb8de-fba4-4de7-9449-93f55919c255" providerId="ADAL" clId="{2FA220FD-A00C-1E4A-8D4F-A6BB596EB501}" dt="2026-05-19T15:57:43.113" v="10819" actId="1035"/>
          <ac:picMkLst>
            <pc:docMk/>
            <pc:sldMk cId="354962792" sldId="316"/>
            <ac:picMk id="5" creationId="{2DD183A2-240E-C121-6289-7CAAAA3006FA}"/>
          </ac:picMkLst>
        </pc:picChg>
        <pc:picChg chg="mod">
          <ac:chgData name="Sebastian Schulz" userId="7b9eb8de-fba4-4de7-9449-93f55919c255" providerId="ADAL" clId="{2FA220FD-A00C-1E4A-8D4F-A6BB596EB501}" dt="2026-05-19T15:57:43.113" v="10819" actId="1035"/>
          <ac:picMkLst>
            <pc:docMk/>
            <pc:sldMk cId="354962792" sldId="316"/>
            <ac:picMk id="8" creationId="{7C8FAA31-AD1F-8579-8911-5ACB400EAEF9}"/>
          </ac:picMkLst>
        </pc:picChg>
        <pc:picChg chg="mod">
          <ac:chgData name="Sebastian Schulz" userId="7b9eb8de-fba4-4de7-9449-93f55919c255" providerId="ADAL" clId="{2FA220FD-A00C-1E4A-8D4F-A6BB596EB501}" dt="2026-05-19T15:57:43.113" v="10819" actId="1035"/>
          <ac:picMkLst>
            <pc:docMk/>
            <pc:sldMk cId="354962792" sldId="316"/>
            <ac:picMk id="11" creationId="{6AAF33E9-9D49-3AA2-ABE2-E8B1B8B443B5}"/>
          </ac:picMkLst>
        </pc:picChg>
        <pc:picChg chg="mod">
          <ac:chgData name="Sebastian Schulz" userId="7b9eb8de-fba4-4de7-9449-93f55919c255" providerId="ADAL" clId="{2FA220FD-A00C-1E4A-8D4F-A6BB596EB501}" dt="2026-05-19T15:57:43.113" v="10819" actId="1035"/>
          <ac:picMkLst>
            <pc:docMk/>
            <pc:sldMk cId="354962792" sldId="316"/>
            <ac:picMk id="12" creationId="{2000AA36-6628-0E95-DD98-9B2B21EC6F16}"/>
          </ac:picMkLst>
        </pc:picChg>
      </pc:sldChg>
      <pc:sldChg chg="del">
        <pc:chgData name="Sebastian Schulz" userId="7b9eb8de-fba4-4de7-9449-93f55919c255" providerId="ADAL" clId="{2FA220FD-A00C-1E4A-8D4F-A6BB596EB501}" dt="2026-05-16T23:29:35.945" v="7738" actId="2696"/>
        <pc:sldMkLst>
          <pc:docMk/>
          <pc:sldMk cId="4005062799" sldId="395"/>
        </pc:sldMkLst>
      </pc:sldChg>
      <pc:sldChg chg="addSp delSp modSp add mod">
        <pc:chgData name="Sebastian Schulz" userId="7b9eb8de-fba4-4de7-9449-93f55919c255" providerId="ADAL" clId="{2FA220FD-A00C-1E4A-8D4F-A6BB596EB501}" dt="2026-05-19T12:48:59.717" v="9157" actId="1036"/>
        <pc:sldMkLst>
          <pc:docMk/>
          <pc:sldMk cId="2348600861" sldId="396"/>
        </pc:sldMkLst>
        <pc:spChg chg="del">
          <ac:chgData name="Sebastian Schulz" userId="7b9eb8de-fba4-4de7-9449-93f55919c255" providerId="ADAL" clId="{2FA220FD-A00C-1E4A-8D4F-A6BB596EB501}" dt="2026-05-19T12:45:47.334" v="9127" actId="478"/>
          <ac:spMkLst>
            <pc:docMk/>
            <pc:sldMk cId="2348600861" sldId="396"/>
            <ac:spMk id="5" creationId="{8ED23146-1E06-F59F-0F0F-7239F78DC22E}"/>
          </ac:spMkLst>
        </pc:spChg>
        <pc:spChg chg="del">
          <ac:chgData name="Sebastian Schulz" userId="7b9eb8de-fba4-4de7-9449-93f55919c255" providerId="ADAL" clId="{2FA220FD-A00C-1E4A-8D4F-A6BB596EB501}" dt="2026-05-19T12:48:12.039" v="9146" actId="478"/>
          <ac:spMkLst>
            <pc:docMk/>
            <pc:sldMk cId="2348600861" sldId="396"/>
            <ac:spMk id="13" creationId="{0067444C-71BA-B62B-842A-EAACE4F5EE39}"/>
          </ac:spMkLst>
        </pc:spChg>
        <pc:spChg chg="add del">
          <ac:chgData name="Sebastian Schulz" userId="7b9eb8de-fba4-4de7-9449-93f55919c255" providerId="ADAL" clId="{2FA220FD-A00C-1E4A-8D4F-A6BB596EB501}" dt="2026-05-19T12:48:14.822" v="9148" actId="478"/>
          <ac:spMkLst>
            <pc:docMk/>
            <pc:sldMk cId="2348600861" sldId="396"/>
            <ac:spMk id="14" creationId="{5F9FB3C5-120C-B3C1-F921-F1BBE5AF77B9}"/>
          </ac:spMkLst>
        </pc:spChg>
        <pc:spChg chg="mod">
          <ac:chgData name="Sebastian Schulz" userId="7b9eb8de-fba4-4de7-9449-93f55919c255" providerId="ADAL" clId="{2FA220FD-A00C-1E4A-8D4F-A6BB596EB501}" dt="2026-05-19T12:48:47.683" v="9152" actId="1076"/>
          <ac:spMkLst>
            <pc:docMk/>
            <pc:sldMk cId="2348600861" sldId="396"/>
            <ac:spMk id="17" creationId="{5DBD52FC-D730-669C-6055-AE90808F831C}"/>
          </ac:spMkLst>
        </pc:spChg>
        <pc:spChg chg="mod">
          <ac:chgData name="Sebastian Schulz" userId="7b9eb8de-fba4-4de7-9449-93f55919c255" providerId="ADAL" clId="{2FA220FD-A00C-1E4A-8D4F-A6BB596EB501}" dt="2026-05-19T12:48:59.717" v="9157" actId="1036"/>
          <ac:spMkLst>
            <pc:docMk/>
            <pc:sldMk cId="2348600861" sldId="396"/>
            <ac:spMk id="21" creationId="{A9E2F837-52DC-890F-8C66-B16CF2C6B20D}"/>
          </ac:spMkLst>
        </pc:spChg>
        <pc:cxnChg chg="add del">
          <ac:chgData name="Sebastian Schulz" userId="7b9eb8de-fba4-4de7-9449-93f55919c255" providerId="ADAL" clId="{2FA220FD-A00C-1E4A-8D4F-A6BB596EB501}" dt="2026-05-19T12:48:12.656" v="9147" actId="478"/>
          <ac:cxnSpMkLst>
            <pc:docMk/>
            <pc:sldMk cId="2348600861" sldId="396"/>
            <ac:cxnSpMk id="9" creationId="{85A933E3-D383-B782-4C05-1DA999093832}"/>
          </ac:cxnSpMkLst>
        </pc:cxnChg>
        <pc:cxnChg chg="add del">
          <ac:chgData name="Sebastian Schulz" userId="7b9eb8de-fba4-4de7-9449-93f55919c255" providerId="ADAL" clId="{2FA220FD-A00C-1E4A-8D4F-A6BB596EB501}" dt="2026-05-19T12:48:15.683" v="9149" actId="478"/>
          <ac:cxnSpMkLst>
            <pc:docMk/>
            <pc:sldMk cId="2348600861" sldId="396"/>
            <ac:cxnSpMk id="11" creationId="{B16FACCB-294D-0DA7-34F6-2E5190BF6E04}"/>
          </ac:cxnSpMkLst>
        </pc:cxnChg>
        <pc:cxnChg chg="mod">
          <ac:chgData name="Sebastian Schulz" userId="7b9eb8de-fba4-4de7-9449-93f55919c255" providerId="ADAL" clId="{2FA220FD-A00C-1E4A-8D4F-A6BB596EB501}" dt="2026-05-19T12:48:43.831" v="9151" actId="14100"/>
          <ac:cxnSpMkLst>
            <pc:docMk/>
            <pc:sldMk cId="2348600861" sldId="396"/>
            <ac:cxnSpMk id="12" creationId="{7AFE4A9B-0313-2952-0C7F-BE435D889CEE}"/>
          </ac:cxnSpMkLst>
        </pc:cxnChg>
        <pc:cxnChg chg="mod">
          <ac:chgData name="Sebastian Schulz" userId="7b9eb8de-fba4-4de7-9449-93f55919c255" providerId="ADAL" clId="{2FA220FD-A00C-1E4A-8D4F-A6BB596EB501}" dt="2026-05-19T12:48:54.030" v="9154" actId="14100"/>
          <ac:cxnSpMkLst>
            <pc:docMk/>
            <pc:sldMk cId="2348600861" sldId="396"/>
            <ac:cxnSpMk id="16" creationId="{6B289A0B-0D5B-2433-E822-50831CB573F7}"/>
          </ac:cxnSpMkLst>
        </pc:cxnChg>
      </pc:sldChg>
      <pc:sldChg chg="addSp delSp modSp del mod modNotesTx">
        <pc:chgData name="Sebastian Schulz" userId="7b9eb8de-fba4-4de7-9449-93f55919c255" providerId="ADAL" clId="{2FA220FD-A00C-1E4A-8D4F-A6BB596EB501}" dt="2026-05-16T16:19:21.685" v="4906" actId="2696"/>
        <pc:sldMkLst>
          <pc:docMk/>
          <pc:sldMk cId="4186072914" sldId="396"/>
        </pc:sldMkLst>
        <pc:spChg chg="mod">
          <ac:chgData name="Sebastian Schulz" userId="7b9eb8de-fba4-4de7-9449-93f55919c255" providerId="ADAL" clId="{2FA220FD-A00C-1E4A-8D4F-A6BB596EB501}" dt="2026-05-15T17:07:12.750" v="2326" actId="20577"/>
          <ac:spMkLst>
            <pc:docMk/>
            <pc:sldMk cId="4186072914" sldId="396"/>
            <ac:spMk id="2" creationId="{52AE7E6D-4B27-2647-F2D5-0EC06DBF9591}"/>
          </ac:spMkLst>
        </pc:spChg>
        <pc:spChg chg="add mod">
          <ac:chgData name="Sebastian Schulz" userId="7b9eb8de-fba4-4de7-9449-93f55919c255" providerId="ADAL" clId="{2FA220FD-A00C-1E4A-8D4F-A6BB596EB501}" dt="2026-05-15T22:20:57.311" v="4389" actId="1076"/>
          <ac:spMkLst>
            <pc:docMk/>
            <pc:sldMk cId="4186072914" sldId="396"/>
            <ac:spMk id="3" creationId="{3A477480-4766-968C-0E1B-7EF520964CC4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3" creationId="{95811B18-78E2-00FA-080A-733CA771CA16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5" creationId="{47851F08-3129-9D2B-E392-78B210B6E5EB}"/>
          </ac:spMkLst>
        </pc:spChg>
        <pc:spChg chg="add mod">
          <ac:chgData name="Sebastian Schulz" userId="7b9eb8de-fba4-4de7-9449-93f55919c255" providerId="ADAL" clId="{2FA220FD-A00C-1E4A-8D4F-A6BB596EB501}" dt="2026-05-15T23:37:22.037" v="4509" actId="1076"/>
          <ac:spMkLst>
            <pc:docMk/>
            <pc:sldMk cId="4186072914" sldId="396"/>
            <ac:spMk id="5" creationId="{8ED23146-1E06-F59F-0F0F-7239F78DC22E}"/>
          </ac:spMkLst>
        </pc:spChg>
        <pc:spChg chg="del">
          <ac:chgData name="Sebastian Schulz" userId="7b9eb8de-fba4-4de7-9449-93f55919c255" providerId="ADAL" clId="{2FA220FD-A00C-1E4A-8D4F-A6BB596EB501}" dt="2026-05-15T15:02:59.286" v="863" actId="478"/>
          <ac:spMkLst>
            <pc:docMk/>
            <pc:sldMk cId="4186072914" sldId="396"/>
            <ac:spMk id="6" creationId="{532B6FE1-D4F3-81F7-9D68-C2CC27420476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7" creationId="{4425CAF9-5313-3B84-F81B-C88D2121CD47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8" creationId="{A65010F5-E7EE-DD8B-D1F4-C8022672AB9C}"/>
          </ac:spMkLst>
        </pc:spChg>
        <pc:spChg chg="add mod">
          <ac:chgData name="Sebastian Schulz" userId="7b9eb8de-fba4-4de7-9449-93f55919c255" providerId="ADAL" clId="{2FA220FD-A00C-1E4A-8D4F-A6BB596EB501}" dt="2026-05-15T23:46:37.280" v="4578" actId="20577"/>
          <ac:spMkLst>
            <pc:docMk/>
            <pc:sldMk cId="4186072914" sldId="396"/>
            <ac:spMk id="13" creationId="{0067444C-71BA-B62B-842A-EAACE4F5EE39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14" creationId="{42443837-BD67-AA8D-C774-B52A06205273}"/>
          </ac:spMkLst>
        </pc:spChg>
        <pc:spChg chg="add mod">
          <ac:chgData name="Sebastian Schulz" userId="7b9eb8de-fba4-4de7-9449-93f55919c255" providerId="ADAL" clId="{2FA220FD-A00C-1E4A-8D4F-A6BB596EB501}" dt="2026-05-15T23:46:40.864" v="4579" actId="20577"/>
          <ac:spMkLst>
            <pc:docMk/>
            <pc:sldMk cId="4186072914" sldId="396"/>
            <ac:spMk id="14" creationId="{5F9FB3C5-120C-B3C1-F921-F1BBE5AF77B9}"/>
          </ac:spMkLst>
        </pc:spChg>
        <pc:spChg chg="add mod">
          <ac:chgData name="Sebastian Schulz" userId="7b9eb8de-fba4-4de7-9449-93f55919c255" providerId="ADAL" clId="{2FA220FD-A00C-1E4A-8D4F-A6BB596EB501}" dt="2026-05-15T22:20:07.665" v="4277" actId="1035"/>
          <ac:spMkLst>
            <pc:docMk/>
            <pc:sldMk cId="4186072914" sldId="396"/>
            <ac:spMk id="17" creationId="{5DBD52FC-D730-669C-6055-AE90808F831C}"/>
          </ac:spMkLst>
        </pc:spChg>
        <pc:spChg chg="add mod">
          <ac:chgData name="Sebastian Schulz" userId="7b9eb8de-fba4-4de7-9449-93f55919c255" providerId="ADAL" clId="{2FA220FD-A00C-1E4A-8D4F-A6BB596EB501}" dt="2026-05-15T22:20:07.665" v="4277" actId="1035"/>
          <ac:spMkLst>
            <pc:docMk/>
            <pc:sldMk cId="4186072914" sldId="396"/>
            <ac:spMk id="21" creationId="{A9E2F837-52DC-890F-8C66-B16CF2C6B20D}"/>
          </ac:spMkLst>
        </pc:spChg>
        <pc:spChg chg="add mod">
          <ac:chgData name="Sebastian Schulz" userId="7b9eb8de-fba4-4de7-9449-93f55919c255" providerId="ADAL" clId="{2FA220FD-A00C-1E4A-8D4F-A6BB596EB501}" dt="2026-05-15T22:20:07.665" v="4277" actId="1035"/>
          <ac:spMkLst>
            <pc:docMk/>
            <pc:sldMk cId="4186072914" sldId="396"/>
            <ac:spMk id="22" creationId="{9DCC65A5-E3A3-5217-AF65-DB7098F08E30}"/>
          </ac:spMkLst>
        </pc:spChg>
        <pc:spChg chg="add del mod">
          <ac:chgData name="Sebastian Schulz" userId="7b9eb8de-fba4-4de7-9449-93f55919c255" providerId="ADAL" clId="{2FA220FD-A00C-1E4A-8D4F-A6BB596EB501}" dt="2026-05-15T16:45:59.167" v="1473" actId="478"/>
          <ac:spMkLst>
            <pc:docMk/>
            <pc:sldMk cId="4186072914" sldId="396"/>
            <ac:spMk id="23" creationId="{72D61D25-4CAF-A5D9-6AF4-AD6E644F6616}"/>
          </ac:spMkLst>
        </pc:spChg>
        <pc:spChg chg="add mod">
          <ac:chgData name="Sebastian Schulz" userId="7b9eb8de-fba4-4de7-9449-93f55919c255" providerId="ADAL" clId="{2FA220FD-A00C-1E4A-8D4F-A6BB596EB501}" dt="2026-05-15T22:20:07.665" v="4277" actId="1035"/>
          <ac:spMkLst>
            <pc:docMk/>
            <pc:sldMk cId="4186072914" sldId="396"/>
            <ac:spMk id="24" creationId="{79464DF3-6282-768E-7256-C4892F73F459}"/>
          </ac:spMkLst>
        </pc:spChg>
        <pc:spChg chg="add mod">
          <ac:chgData name="Sebastian Schulz" userId="7b9eb8de-fba4-4de7-9449-93f55919c255" providerId="ADAL" clId="{2FA220FD-A00C-1E4A-8D4F-A6BB596EB501}" dt="2026-05-15T22:20:07.665" v="4277" actId="1035"/>
          <ac:spMkLst>
            <pc:docMk/>
            <pc:sldMk cId="4186072914" sldId="396"/>
            <ac:spMk id="25" creationId="{03C16B32-AC99-7241-5A85-CC81F5E3B772}"/>
          </ac:spMkLst>
        </pc:spChg>
        <pc:spChg chg="add mod">
          <ac:chgData name="Sebastian Schulz" userId="7b9eb8de-fba4-4de7-9449-93f55919c255" providerId="ADAL" clId="{2FA220FD-A00C-1E4A-8D4F-A6BB596EB501}" dt="2026-05-15T22:20:07.665" v="4277" actId="1035"/>
          <ac:spMkLst>
            <pc:docMk/>
            <pc:sldMk cId="4186072914" sldId="396"/>
            <ac:spMk id="26" creationId="{468C4716-3B18-A570-1A90-F59F213F79B1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28" creationId="{47BD0995-9382-5A9B-67A4-84F279C5BD63}"/>
          </ac:spMkLst>
        </pc:spChg>
        <pc:spChg chg="add mod">
          <ac:chgData name="Sebastian Schulz" userId="7b9eb8de-fba4-4de7-9449-93f55919c255" providerId="ADAL" clId="{2FA220FD-A00C-1E4A-8D4F-A6BB596EB501}" dt="2026-05-15T22:21:21.339" v="4403" actId="20577"/>
          <ac:spMkLst>
            <pc:docMk/>
            <pc:sldMk cId="4186072914" sldId="396"/>
            <ac:spMk id="29" creationId="{759AB416-EE2E-5A76-F381-A1E4718C5BB3}"/>
          </ac:spMkLst>
        </pc:spChg>
        <pc:spChg chg="add mod">
          <ac:chgData name="Sebastian Schulz" userId="7b9eb8de-fba4-4de7-9449-93f55919c255" providerId="ADAL" clId="{2FA220FD-A00C-1E4A-8D4F-A6BB596EB501}" dt="2026-05-15T22:20:07.665" v="4277" actId="1035"/>
          <ac:spMkLst>
            <pc:docMk/>
            <pc:sldMk cId="4186072914" sldId="396"/>
            <ac:spMk id="30" creationId="{37477C17-E759-5115-8FF6-F87C6EB5273B}"/>
          </ac:spMkLst>
        </pc:spChg>
        <pc:spChg chg="add mod">
          <ac:chgData name="Sebastian Schulz" userId="7b9eb8de-fba4-4de7-9449-93f55919c255" providerId="ADAL" clId="{2FA220FD-A00C-1E4A-8D4F-A6BB596EB501}" dt="2026-05-15T22:20:07.665" v="4277" actId="1035"/>
          <ac:spMkLst>
            <pc:docMk/>
            <pc:sldMk cId="4186072914" sldId="396"/>
            <ac:spMk id="31" creationId="{A04E710D-98E8-8896-8BC2-82B2D51AF010}"/>
          </ac:spMkLst>
        </pc:spChg>
        <pc:spChg chg="add mod">
          <ac:chgData name="Sebastian Schulz" userId="7b9eb8de-fba4-4de7-9449-93f55919c255" providerId="ADAL" clId="{2FA220FD-A00C-1E4A-8D4F-A6BB596EB501}" dt="2026-05-15T22:20:07.665" v="4277" actId="1035"/>
          <ac:spMkLst>
            <pc:docMk/>
            <pc:sldMk cId="4186072914" sldId="396"/>
            <ac:spMk id="32" creationId="{F73F2D85-A1B6-923E-A4DB-1E3BB5796718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33" creationId="{97A3F257-2441-56C7-EEBF-A3B2BB383150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34" creationId="{865E415C-7F72-418F-E7C6-99A4E17B468A}"/>
          </ac:spMkLst>
        </pc:spChg>
        <pc:spChg chg="add mod">
          <ac:chgData name="Sebastian Schulz" userId="7b9eb8de-fba4-4de7-9449-93f55919c255" providerId="ADAL" clId="{2FA220FD-A00C-1E4A-8D4F-A6BB596EB501}" dt="2026-05-15T22:20:07.665" v="4277" actId="1035"/>
          <ac:spMkLst>
            <pc:docMk/>
            <pc:sldMk cId="4186072914" sldId="396"/>
            <ac:spMk id="36" creationId="{04A32C84-90AC-C571-84BD-0DA69CB18047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38" creationId="{7233D0A7-7DC4-2DEE-054A-EDF27A298AF3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42" creationId="{E48EF5DB-0E2C-26E6-E1E2-14335828A56A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44" creationId="{BC128C35-10B0-FC15-B6EE-B46B802B2D44}"/>
          </ac:spMkLst>
        </pc:spChg>
        <pc:spChg chg="del">
          <ac:chgData name="Sebastian Schulz" userId="7b9eb8de-fba4-4de7-9449-93f55919c255" providerId="ADAL" clId="{2FA220FD-A00C-1E4A-8D4F-A6BB596EB501}" dt="2026-05-15T15:02:56.375" v="862" actId="478"/>
          <ac:spMkLst>
            <pc:docMk/>
            <pc:sldMk cId="4186072914" sldId="396"/>
            <ac:spMk id="46" creationId="{CD01A56B-E113-D541-2576-C6FEFB98AA7A}"/>
          </ac:spMkLst>
        </pc:spChg>
        <pc:spChg chg="del">
          <ac:chgData name="Sebastian Schulz" userId="7b9eb8de-fba4-4de7-9449-93f55919c255" providerId="ADAL" clId="{2FA220FD-A00C-1E4A-8D4F-A6BB596EB501}" dt="2026-05-15T15:02:59.286" v="863" actId="478"/>
          <ac:spMkLst>
            <pc:docMk/>
            <pc:sldMk cId="4186072914" sldId="396"/>
            <ac:spMk id="81" creationId="{97503006-0466-11B9-ED35-0A93D4D7065E}"/>
          </ac:spMkLst>
        </pc:spChg>
        <pc:graphicFrameChg chg="add mod">
          <ac:chgData name="Sebastian Schulz" userId="7b9eb8de-fba4-4de7-9449-93f55919c255" providerId="ADAL" clId="{2FA220FD-A00C-1E4A-8D4F-A6BB596EB501}" dt="2026-05-15T16:39:08.656" v="1215"/>
          <ac:graphicFrameMkLst>
            <pc:docMk/>
            <pc:sldMk cId="4186072914" sldId="396"/>
            <ac:graphicFrameMk id="3" creationId="{05A135F4-E23B-987E-AC45-79828D15B8B2}"/>
          </ac:graphicFrameMkLst>
        </pc:graphicFrameChg>
        <pc:graphicFrameChg chg="add mod">
          <ac:chgData name="Sebastian Schulz" userId="7b9eb8de-fba4-4de7-9449-93f55919c255" providerId="ADAL" clId="{2FA220FD-A00C-1E4A-8D4F-A6BB596EB501}" dt="2026-05-15T16:39:08.656" v="1215"/>
          <ac:graphicFrameMkLst>
            <pc:docMk/>
            <pc:sldMk cId="4186072914" sldId="396"/>
            <ac:graphicFrameMk id="5" creationId="{064397ED-6980-274B-AD1F-57600CD1F1AC}"/>
          </ac:graphicFrameMkLst>
        </pc:graphicFrameChg>
        <pc:graphicFrameChg chg="add mod">
          <ac:chgData name="Sebastian Schulz" userId="7b9eb8de-fba4-4de7-9449-93f55919c255" providerId="ADAL" clId="{2FA220FD-A00C-1E4A-8D4F-A6BB596EB501}" dt="2026-05-15T16:40:02.405" v="1221"/>
          <ac:graphicFrameMkLst>
            <pc:docMk/>
            <pc:sldMk cId="4186072914" sldId="396"/>
            <ac:graphicFrameMk id="7" creationId="{05A135F4-E23B-987E-AC45-79828D15B8B2}"/>
          </ac:graphicFrameMkLst>
        </pc:graphicFrameChg>
        <pc:graphicFrameChg chg="add mod">
          <ac:chgData name="Sebastian Schulz" userId="7b9eb8de-fba4-4de7-9449-93f55919c255" providerId="ADAL" clId="{2FA220FD-A00C-1E4A-8D4F-A6BB596EB501}" dt="2026-05-15T16:40:22.755" v="1226"/>
          <ac:graphicFrameMkLst>
            <pc:docMk/>
            <pc:sldMk cId="4186072914" sldId="396"/>
            <ac:graphicFrameMk id="9" creationId="{064397ED-6980-274B-AD1F-57600CD1F1AC}"/>
          </ac:graphicFrameMkLst>
        </pc:graphicFrameChg>
        <pc:picChg chg="add del mod">
          <ac:chgData name="Sebastian Schulz" userId="7b9eb8de-fba4-4de7-9449-93f55919c255" providerId="ADAL" clId="{2FA220FD-A00C-1E4A-8D4F-A6BB596EB501}" dt="2026-05-15T16:39:18.419" v="1218" actId="478"/>
          <ac:picMkLst>
            <pc:docMk/>
            <pc:sldMk cId="4186072914" sldId="396"/>
            <ac:picMk id="6" creationId="{C660C306-28E5-C7D7-23BB-C3247E753E88}"/>
          </ac:picMkLst>
        </pc:picChg>
        <pc:picChg chg="add mod">
          <ac:chgData name="Sebastian Schulz" userId="7b9eb8de-fba4-4de7-9449-93f55919c255" providerId="ADAL" clId="{2FA220FD-A00C-1E4A-8D4F-A6BB596EB501}" dt="2026-05-15T22:20:07.665" v="4277" actId="1035"/>
          <ac:picMkLst>
            <pc:docMk/>
            <pc:sldMk cId="4186072914" sldId="396"/>
            <ac:picMk id="8" creationId="{BF5F6328-BF38-17B3-3D98-CA6ECD794ACE}"/>
          </ac:picMkLst>
        </pc:picChg>
        <pc:picChg chg="add mod">
          <ac:chgData name="Sebastian Schulz" userId="7b9eb8de-fba4-4de7-9449-93f55919c255" providerId="ADAL" clId="{2FA220FD-A00C-1E4A-8D4F-A6BB596EB501}" dt="2026-05-15T22:20:07.665" v="4277" actId="1035"/>
          <ac:picMkLst>
            <pc:docMk/>
            <pc:sldMk cId="4186072914" sldId="396"/>
            <ac:picMk id="10" creationId="{9349893F-6968-7C02-A9AA-3BF1C2915D75}"/>
          </ac:picMkLst>
        </pc:picChg>
        <pc:cxnChg chg="add mod">
          <ac:chgData name="Sebastian Schulz" userId="7b9eb8de-fba4-4de7-9449-93f55919c255" providerId="ADAL" clId="{2FA220FD-A00C-1E4A-8D4F-A6BB596EB501}" dt="2026-05-15T23:46:48.783" v="4581" actId="14100"/>
          <ac:cxnSpMkLst>
            <pc:docMk/>
            <pc:sldMk cId="4186072914" sldId="396"/>
            <ac:cxnSpMk id="9" creationId="{85A933E3-D383-B782-4C05-1DA999093832}"/>
          </ac:cxnSpMkLst>
        </pc:cxnChg>
        <pc:cxnChg chg="add mod">
          <ac:chgData name="Sebastian Schulz" userId="7b9eb8de-fba4-4de7-9449-93f55919c255" providerId="ADAL" clId="{2FA220FD-A00C-1E4A-8D4F-A6BB596EB501}" dt="2026-05-15T23:46:45.392" v="4580" actId="14100"/>
          <ac:cxnSpMkLst>
            <pc:docMk/>
            <pc:sldMk cId="4186072914" sldId="396"/>
            <ac:cxnSpMk id="11" creationId="{B16FACCB-294D-0DA7-34F6-2E5190BF6E04}"/>
          </ac:cxnSpMkLst>
        </pc:cxnChg>
        <pc:cxnChg chg="add mod">
          <ac:chgData name="Sebastian Schulz" userId="7b9eb8de-fba4-4de7-9449-93f55919c255" providerId="ADAL" clId="{2FA220FD-A00C-1E4A-8D4F-A6BB596EB501}" dt="2026-05-15T23:46:00.591" v="4529" actId="14100"/>
          <ac:cxnSpMkLst>
            <pc:docMk/>
            <pc:sldMk cId="4186072914" sldId="396"/>
            <ac:cxnSpMk id="12" creationId="{7AFE4A9B-0313-2952-0C7F-BE435D889CEE}"/>
          </ac:cxnSpMkLst>
        </pc:cxnChg>
        <pc:cxnChg chg="add del mod">
          <ac:chgData name="Sebastian Schulz" userId="7b9eb8de-fba4-4de7-9449-93f55919c255" providerId="ADAL" clId="{2FA220FD-A00C-1E4A-8D4F-A6BB596EB501}" dt="2026-05-15T16:42:38.078" v="1274" actId="478"/>
          <ac:cxnSpMkLst>
            <pc:docMk/>
            <pc:sldMk cId="4186072914" sldId="396"/>
            <ac:cxnSpMk id="14" creationId="{BD85A7CA-6BAA-5238-25A9-D71AD09A04D2}"/>
          </ac:cxnSpMkLst>
        </pc:cxnChg>
        <pc:cxnChg chg="del mod">
          <ac:chgData name="Sebastian Schulz" userId="7b9eb8de-fba4-4de7-9449-93f55919c255" providerId="ADAL" clId="{2FA220FD-A00C-1E4A-8D4F-A6BB596EB501}" dt="2026-05-15T15:02:56.375" v="862" actId="478"/>
          <ac:cxnSpMkLst>
            <pc:docMk/>
            <pc:sldMk cId="4186072914" sldId="396"/>
            <ac:cxnSpMk id="15" creationId="{3EA7A7B2-376F-AFD8-05ED-0FD29E7C24AD}"/>
          </ac:cxnSpMkLst>
        </pc:cxnChg>
        <pc:cxnChg chg="add mod">
          <ac:chgData name="Sebastian Schulz" userId="7b9eb8de-fba4-4de7-9449-93f55919c255" providerId="ADAL" clId="{2FA220FD-A00C-1E4A-8D4F-A6BB596EB501}" dt="2026-05-15T23:46:06.184" v="4530" actId="14100"/>
          <ac:cxnSpMkLst>
            <pc:docMk/>
            <pc:sldMk cId="4186072914" sldId="396"/>
            <ac:cxnSpMk id="16" creationId="{6B289A0B-0D5B-2433-E822-50831CB573F7}"/>
          </ac:cxnSpMkLst>
        </pc:cxnChg>
        <pc:cxnChg chg="del">
          <ac:chgData name="Sebastian Schulz" userId="7b9eb8de-fba4-4de7-9449-93f55919c255" providerId="ADAL" clId="{2FA220FD-A00C-1E4A-8D4F-A6BB596EB501}" dt="2026-05-15T15:02:56.375" v="862" actId="478"/>
          <ac:cxnSpMkLst>
            <pc:docMk/>
            <pc:sldMk cId="4186072914" sldId="396"/>
            <ac:cxnSpMk id="20" creationId="{6E7C43A4-17F4-54DD-9E90-FA7EA02D800F}"/>
          </ac:cxnSpMkLst>
        </pc:cxnChg>
        <pc:cxnChg chg="add mod">
          <ac:chgData name="Sebastian Schulz" userId="7b9eb8de-fba4-4de7-9449-93f55919c255" providerId="ADAL" clId="{2FA220FD-A00C-1E4A-8D4F-A6BB596EB501}" dt="2026-05-15T22:20:07.665" v="4277" actId="1035"/>
          <ac:cxnSpMkLst>
            <pc:docMk/>
            <pc:sldMk cId="4186072914" sldId="396"/>
            <ac:cxnSpMk id="34" creationId="{D1AD0691-8FC7-7C8A-E560-A4F73E9F28C5}"/>
          </ac:cxnSpMkLst>
        </pc:cxnChg>
        <pc:cxnChg chg="del">
          <ac:chgData name="Sebastian Schulz" userId="7b9eb8de-fba4-4de7-9449-93f55919c255" providerId="ADAL" clId="{2FA220FD-A00C-1E4A-8D4F-A6BB596EB501}" dt="2026-05-15T15:02:56.375" v="862" actId="478"/>
          <ac:cxnSpMkLst>
            <pc:docMk/>
            <pc:sldMk cId="4186072914" sldId="396"/>
            <ac:cxnSpMk id="35" creationId="{554486E8-2A0A-5D37-0B99-4B7EDDBA6013}"/>
          </ac:cxnSpMkLst>
        </pc:cxnChg>
        <pc:cxnChg chg="del">
          <ac:chgData name="Sebastian Schulz" userId="7b9eb8de-fba4-4de7-9449-93f55919c255" providerId="ADAL" clId="{2FA220FD-A00C-1E4A-8D4F-A6BB596EB501}" dt="2026-05-15T15:02:56.375" v="862" actId="478"/>
          <ac:cxnSpMkLst>
            <pc:docMk/>
            <pc:sldMk cId="4186072914" sldId="396"/>
            <ac:cxnSpMk id="37" creationId="{61A6BEA1-AEA7-D37E-1C59-D8D2D970804C}"/>
          </ac:cxnSpMkLst>
        </pc:cxnChg>
        <pc:cxnChg chg="add mod">
          <ac:chgData name="Sebastian Schulz" userId="7b9eb8de-fba4-4de7-9449-93f55919c255" providerId="ADAL" clId="{2FA220FD-A00C-1E4A-8D4F-A6BB596EB501}" dt="2026-05-15T22:20:07.665" v="4277" actId="1035"/>
          <ac:cxnSpMkLst>
            <pc:docMk/>
            <pc:sldMk cId="4186072914" sldId="396"/>
            <ac:cxnSpMk id="37" creationId="{6A14DC9A-3DFE-59E4-30B0-43802C7E8FAD}"/>
          </ac:cxnSpMkLst>
        </pc:cxnChg>
        <pc:cxnChg chg="del mod">
          <ac:chgData name="Sebastian Schulz" userId="7b9eb8de-fba4-4de7-9449-93f55919c255" providerId="ADAL" clId="{2FA220FD-A00C-1E4A-8D4F-A6BB596EB501}" dt="2026-05-15T15:02:56.375" v="862" actId="478"/>
          <ac:cxnSpMkLst>
            <pc:docMk/>
            <pc:sldMk cId="4186072914" sldId="396"/>
            <ac:cxnSpMk id="41" creationId="{B056D8C0-B978-0C9F-80A9-02FA40006578}"/>
          </ac:cxnSpMkLst>
        </pc:cxnChg>
        <pc:cxnChg chg="del">
          <ac:chgData name="Sebastian Schulz" userId="7b9eb8de-fba4-4de7-9449-93f55919c255" providerId="ADAL" clId="{2FA220FD-A00C-1E4A-8D4F-A6BB596EB501}" dt="2026-05-15T15:02:56.375" v="862" actId="478"/>
          <ac:cxnSpMkLst>
            <pc:docMk/>
            <pc:sldMk cId="4186072914" sldId="396"/>
            <ac:cxnSpMk id="43" creationId="{79C4313F-715E-7CDA-5DA3-ADE8B55CE272}"/>
          </ac:cxnSpMkLst>
        </pc:cxnChg>
        <pc:cxnChg chg="del">
          <ac:chgData name="Sebastian Schulz" userId="7b9eb8de-fba4-4de7-9449-93f55919c255" providerId="ADAL" clId="{2FA220FD-A00C-1E4A-8D4F-A6BB596EB501}" dt="2026-05-15T15:02:56.375" v="862" actId="478"/>
          <ac:cxnSpMkLst>
            <pc:docMk/>
            <pc:sldMk cId="4186072914" sldId="396"/>
            <ac:cxnSpMk id="45" creationId="{F4719A71-079E-E593-F4ED-D552D3E691EE}"/>
          </ac:cxnSpMkLst>
        </pc:cxnChg>
        <pc:cxnChg chg="del">
          <ac:chgData name="Sebastian Schulz" userId="7b9eb8de-fba4-4de7-9449-93f55919c255" providerId="ADAL" clId="{2FA220FD-A00C-1E4A-8D4F-A6BB596EB501}" dt="2026-05-15T15:02:56.375" v="862" actId="478"/>
          <ac:cxnSpMkLst>
            <pc:docMk/>
            <pc:sldMk cId="4186072914" sldId="396"/>
            <ac:cxnSpMk id="47" creationId="{04DD3B0A-03C7-2379-5584-0BA7C160F884}"/>
          </ac:cxnSpMkLst>
        </pc:cxnChg>
      </pc:sldChg>
      <pc:sldChg chg="addSp delSp modSp add mod ord modNotesTx">
        <pc:chgData name="Sebastian Schulz" userId="7b9eb8de-fba4-4de7-9449-93f55919c255" providerId="ADAL" clId="{2FA220FD-A00C-1E4A-8D4F-A6BB596EB501}" dt="2026-05-19T16:07:24.566" v="10853" actId="20577"/>
        <pc:sldMkLst>
          <pc:docMk/>
          <pc:sldMk cId="1865699716" sldId="397"/>
        </pc:sldMkLst>
        <pc:spChg chg="del mod">
          <ac:chgData name="Sebastian Schulz" userId="7b9eb8de-fba4-4de7-9449-93f55919c255" providerId="ADAL" clId="{2FA220FD-A00C-1E4A-8D4F-A6BB596EB501}" dt="2026-05-19T12:51:25.530" v="9164" actId="21"/>
          <ac:spMkLst>
            <pc:docMk/>
            <pc:sldMk cId="1865699716" sldId="397"/>
            <ac:spMk id="3" creationId="{23310E60-1A11-1FCF-F38F-5CD59E6CA08C}"/>
          </ac:spMkLst>
        </pc:spChg>
        <pc:spChg chg="add del mod">
          <ac:chgData name="Sebastian Schulz" userId="7b9eb8de-fba4-4de7-9449-93f55919c255" providerId="ADAL" clId="{2FA220FD-A00C-1E4A-8D4F-A6BB596EB501}" dt="2026-05-16T17:21:50.664" v="5965"/>
          <ac:spMkLst>
            <pc:docMk/>
            <pc:sldMk cId="1865699716" sldId="397"/>
            <ac:spMk id="6" creationId="{B6734F0E-90C2-6915-F332-DE84119A923F}"/>
          </ac:spMkLst>
        </pc:spChg>
        <pc:spChg chg="del">
          <ac:chgData name="Sebastian Schulz" userId="7b9eb8de-fba4-4de7-9449-93f55919c255" providerId="ADAL" clId="{2FA220FD-A00C-1E4A-8D4F-A6BB596EB501}" dt="2026-05-15T15:01:55.368" v="801" actId="478"/>
          <ac:spMkLst>
            <pc:docMk/>
            <pc:sldMk cId="1865699716" sldId="397"/>
            <ac:spMk id="6" creationId="{FE3A27DC-7E37-5161-F938-19806045B6AA}"/>
          </ac:spMkLst>
        </pc:spChg>
        <pc:spChg chg="add del mod">
          <ac:chgData name="Sebastian Schulz" userId="7b9eb8de-fba4-4de7-9449-93f55919c255" providerId="ADAL" clId="{2FA220FD-A00C-1E4A-8D4F-A6BB596EB501}" dt="2026-05-19T12:51:28.116" v="9165" actId="478"/>
          <ac:spMkLst>
            <pc:docMk/>
            <pc:sldMk cId="1865699716" sldId="397"/>
            <ac:spMk id="7" creationId="{2D6E90D6-D9F7-0728-507B-A2B1DAC8D45D}"/>
          </ac:spMkLst>
        </pc:spChg>
        <pc:spChg chg="del">
          <ac:chgData name="Sebastian Schulz" userId="7b9eb8de-fba4-4de7-9449-93f55919c255" providerId="ADAL" clId="{2FA220FD-A00C-1E4A-8D4F-A6BB596EB501}" dt="2026-05-15T15:01:51.579" v="800" actId="478"/>
          <ac:spMkLst>
            <pc:docMk/>
            <pc:sldMk cId="1865699716" sldId="397"/>
            <ac:spMk id="7" creationId="{928AE8A9-FF39-294A-672F-1A4BD4624E90}"/>
          </ac:spMkLst>
        </pc:spChg>
        <pc:spChg chg="del">
          <ac:chgData name="Sebastian Schulz" userId="7b9eb8de-fba4-4de7-9449-93f55919c255" providerId="ADAL" clId="{2FA220FD-A00C-1E4A-8D4F-A6BB596EB501}" dt="2026-05-15T15:01:51.579" v="800" actId="478"/>
          <ac:spMkLst>
            <pc:docMk/>
            <pc:sldMk cId="1865699716" sldId="397"/>
            <ac:spMk id="8" creationId="{0BA75E3E-C082-F601-3B19-65E0A5F0A658}"/>
          </ac:spMkLst>
        </pc:spChg>
        <pc:spChg chg="add mod">
          <ac:chgData name="Sebastian Schulz" userId="7b9eb8de-fba4-4de7-9449-93f55919c255" providerId="ADAL" clId="{2FA220FD-A00C-1E4A-8D4F-A6BB596EB501}" dt="2026-05-19T13:12:58.117" v="10028" actId="20577"/>
          <ac:spMkLst>
            <pc:docMk/>
            <pc:sldMk cId="1865699716" sldId="397"/>
            <ac:spMk id="9" creationId="{4FF91B70-FC73-3DF0-94D3-323974041965}"/>
          </ac:spMkLst>
        </pc:spChg>
        <pc:spChg chg="add del mod">
          <ac:chgData name="Sebastian Schulz" userId="7b9eb8de-fba4-4de7-9449-93f55919c255" providerId="ADAL" clId="{2FA220FD-A00C-1E4A-8D4F-A6BB596EB501}" dt="2026-05-16T17:20:49.040" v="5842" actId="478"/>
          <ac:spMkLst>
            <pc:docMk/>
            <pc:sldMk cId="1865699716" sldId="397"/>
            <ac:spMk id="9" creationId="{93464651-8D50-D385-9358-FA7B418AC1A5}"/>
          </ac:spMkLst>
        </pc:spChg>
        <pc:graphicFrameChg chg="add mod modGraphic">
          <ac:chgData name="Sebastian Schulz" userId="7b9eb8de-fba4-4de7-9449-93f55919c255" providerId="ADAL" clId="{2FA220FD-A00C-1E4A-8D4F-A6BB596EB501}" dt="2026-05-19T16:06:55.781" v="10844" actId="20577"/>
          <ac:graphicFrameMkLst>
            <pc:docMk/>
            <pc:sldMk cId="1865699716" sldId="397"/>
            <ac:graphicFrameMk id="5" creationId="{D76B460F-4421-DA16-F3E1-D41A736B8159}"/>
          </ac:graphicFrameMkLst>
        </pc:graphicFrameChg>
        <pc:picChg chg="del">
          <ac:chgData name="Sebastian Schulz" userId="7b9eb8de-fba4-4de7-9449-93f55919c255" providerId="ADAL" clId="{2FA220FD-A00C-1E4A-8D4F-A6BB596EB501}" dt="2026-05-15T15:01:48.452" v="799" actId="478"/>
          <ac:picMkLst>
            <pc:docMk/>
            <pc:sldMk cId="1865699716" sldId="397"/>
            <ac:picMk id="5" creationId="{92DB7EB1-1E05-065C-D450-1CBC550E3354}"/>
          </ac:picMkLst>
        </pc:picChg>
      </pc:sldChg>
      <pc:sldChg chg="addSp delSp modSp new mod">
        <pc:chgData name="Sebastian Schulz" userId="7b9eb8de-fba4-4de7-9449-93f55919c255" providerId="ADAL" clId="{2FA220FD-A00C-1E4A-8D4F-A6BB596EB501}" dt="2026-05-19T15:50:51.256" v="10619" actId="1076"/>
        <pc:sldMkLst>
          <pc:docMk/>
          <pc:sldMk cId="2016350409" sldId="398"/>
        </pc:sldMkLst>
        <pc:spChg chg="mod">
          <ac:chgData name="Sebastian Schulz" userId="7b9eb8de-fba4-4de7-9449-93f55919c255" providerId="ADAL" clId="{2FA220FD-A00C-1E4A-8D4F-A6BB596EB501}" dt="2026-05-16T16:10:36.030" v="4643" actId="1076"/>
          <ac:spMkLst>
            <pc:docMk/>
            <pc:sldMk cId="2016350409" sldId="398"/>
            <ac:spMk id="2" creationId="{FA6A4054-79CA-0A3F-44A0-C1F1909AA46F}"/>
          </ac:spMkLst>
        </pc:spChg>
        <pc:spChg chg="del">
          <ac:chgData name="Sebastian Schulz" userId="7b9eb8de-fba4-4de7-9449-93f55919c255" providerId="ADAL" clId="{2FA220FD-A00C-1E4A-8D4F-A6BB596EB501}" dt="2026-05-16T16:10:37.984" v="4644" actId="478"/>
          <ac:spMkLst>
            <pc:docMk/>
            <pc:sldMk cId="2016350409" sldId="398"/>
            <ac:spMk id="3" creationId="{7D816A79-AA60-ECF8-ED55-EBE364B2CDBF}"/>
          </ac:spMkLst>
        </pc:spChg>
        <pc:spChg chg="add mod">
          <ac:chgData name="Sebastian Schulz" userId="7b9eb8de-fba4-4de7-9449-93f55919c255" providerId="ADAL" clId="{2FA220FD-A00C-1E4A-8D4F-A6BB596EB501}" dt="2026-05-19T15:50:46.413" v="10618" actId="20577"/>
          <ac:spMkLst>
            <pc:docMk/>
            <pc:sldMk cId="2016350409" sldId="398"/>
            <ac:spMk id="3" creationId="{BA8F88DD-497C-6A58-97B1-76AB224E468A}"/>
          </ac:spMkLst>
        </pc:spChg>
        <pc:spChg chg="add mod">
          <ac:chgData name="Sebastian Schulz" userId="7b9eb8de-fba4-4de7-9449-93f55919c255" providerId="ADAL" clId="{2FA220FD-A00C-1E4A-8D4F-A6BB596EB501}" dt="2026-05-19T15:50:51.256" v="10619" actId="1076"/>
          <ac:spMkLst>
            <pc:docMk/>
            <pc:sldMk cId="2016350409" sldId="398"/>
            <ac:spMk id="5" creationId="{99133495-6150-CAB6-510E-3F65DE609596}"/>
          </ac:spMkLst>
        </pc:spChg>
      </pc:sldChg>
      <pc:sldChg chg="add del">
        <pc:chgData name="Sebastian Schulz" userId="7b9eb8de-fba4-4de7-9449-93f55919c255" providerId="ADAL" clId="{2FA220FD-A00C-1E4A-8D4F-A6BB596EB501}" dt="2026-05-16T23:27:45.776" v="7725"/>
        <pc:sldMkLst>
          <pc:docMk/>
          <pc:sldMk cId="483339210" sldId="399"/>
        </pc:sldMkLst>
      </pc:sldChg>
      <pc:sldChg chg="addSp delSp modSp add del mod">
        <pc:chgData name="Sebastian Schulz" userId="7b9eb8de-fba4-4de7-9449-93f55919c255" providerId="ADAL" clId="{2FA220FD-A00C-1E4A-8D4F-A6BB596EB501}" dt="2026-05-18T15:00:49.041" v="8376" actId="27636"/>
        <pc:sldMkLst>
          <pc:docMk/>
          <pc:sldMk cId="1166341037" sldId="400"/>
        </pc:sldMkLst>
        <pc:spChg chg="add mod">
          <ac:chgData name="Sebastian Schulz" userId="7b9eb8de-fba4-4de7-9449-93f55919c255" providerId="ADAL" clId="{2FA220FD-A00C-1E4A-8D4F-A6BB596EB501}" dt="2026-05-16T23:28:00.149" v="7728" actId="27636"/>
          <ac:spMkLst>
            <pc:docMk/>
            <pc:sldMk cId="1166341037" sldId="400"/>
            <ac:spMk id="4" creationId="{E3C0C56C-0980-AE12-D8A8-914AE11D3DE7}"/>
          </ac:spMkLst>
        </pc:spChg>
        <pc:spChg chg="add mod">
          <ac:chgData name="Sebastian Schulz" userId="7b9eb8de-fba4-4de7-9449-93f55919c255" providerId="ADAL" clId="{2FA220FD-A00C-1E4A-8D4F-A6BB596EB501}" dt="2026-05-16T23:28:00.149" v="7728" actId="27636"/>
          <ac:spMkLst>
            <pc:docMk/>
            <pc:sldMk cId="1166341037" sldId="400"/>
            <ac:spMk id="5" creationId="{58C1F6CD-6F38-5579-76E6-8633EEAB8A62}"/>
          </ac:spMkLst>
        </pc:spChg>
        <pc:spChg chg="del">
          <ac:chgData name="Sebastian Schulz" userId="7b9eb8de-fba4-4de7-9449-93f55919c255" providerId="ADAL" clId="{2FA220FD-A00C-1E4A-8D4F-A6BB596EB501}" dt="2026-05-16T23:27:51.633" v="7726" actId="478"/>
          <ac:spMkLst>
            <pc:docMk/>
            <pc:sldMk cId="1166341037" sldId="400"/>
            <ac:spMk id="6" creationId="{9BDFFE59-C3CF-0609-2AA1-CE4DFD6241DE}"/>
          </ac:spMkLst>
        </pc:spChg>
        <pc:spChg chg="del">
          <ac:chgData name="Sebastian Schulz" userId="7b9eb8de-fba4-4de7-9449-93f55919c255" providerId="ADAL" clId="{2FA220FD-A00C-1E4A-8D4F-A6BB596EB501}" dt="2026-05-16T23:27:51.633" v="7726" actId="478"/>
          <ac:spMkLst>
            <pc:docMk/>
            <pc:sldMk cId="1166341037" sldId="400"/>
            <ac:spMk id="7" creationId="{92A16B54-F0B7-9561-AD41-9B2289FC935B}"/>
          </ac:spMkLst>
        </pc:spChg>
        <pc:spChg chg="add mod">
          <ac:chgData name="Sebastian Schulz" userId="7b9eb8de-fba4-4de7-9449-93f55919c255" providerId="ADAL" clId="{2FA220FD-A00C-1E4A-8D4F-A6BB596EB501}" dt="2026-05-16T23:28:00.149" v="7728" actId="27636"/>
          <ac:spMkLst>
            <pc:docMk/>
            <pc:sldMk cId="1166341037" sldId="400"/>
            <ac:spMk id="8" creationId="{27A57760-17BF-54D5-F712-B670AF757CD5}"/>
          </ac:spMkLst>
        </pc:spChg>
        <pc:spChg chg="add mod">
          <ac:chgData name="Sebastian Schulz" userId="7b9eb8de-fba4-4de7-9449-93f55919c255" providerId="ADAL" clId="{2FA220FD-A00C-1E4A-8D4F-A6BB596EB501}" dt="2026-05-16T23:30:20.204" v="7740" actId="207"/>
          <ac:spMkLst>
            <pc:docMk/>
            <pc:sldMk cId="1166341037" sldId="400"/>
            <ac:spMk id="9" creationId="{072C8824-EC16-CE05-3653-14BB503CF24A}"/>
          </ac:spMkLst>
        </pc:spChg>
        <pc:spChg chg="add mod">
          <ac:chgData name="Sebastian Schulz" userId="7b9eb8de-fba4-4de7-9449-93f55919c255" providerId="ADAL" clId="{2FA220FD-A00C-1E4A-8D4F-A6BB596EB501}" dt="2026-05-18T15:00:49.041" v="8376" actId="27636"/>
          <ac:spMkLst>
            <pc:docMk/>
            <pc:sldMk cId="1166341037" sldId="400"/>
            <ac:spMk id="10" creationId="{6CACB969-9AE3-185D-B0A4-54A6813227F5}"/>
          </ac:spMkLst>
        </pc:spChg>
        <pc:spChg chg="add mod">
          <ac:chgData name="Sebastian Schulz" userId="7b9eb8de-fba4-4de7-9449-93f55919c255" providerId="ADAL" clId="{2FA220FD-A00C-1E4A-8D4F-A6BB596EB501}" dt="2026-05-16T23:30:20.204" v="7740" actId="207"/>
          <ac:spMkLst>
            <pc:docMk/>
            <pc:sldMk cId="1166341037" sldId="400"/>
            <ac:spMk id="11" creationId="{005D4016-4B88-EDA6-F17A-B24425D57ADC}"/>
          </ac:spMkLst>
        </pc:spChg>
      </pc:sldChg>
      <pc:sldChg chg="addSp delSp modSp add mod modShow">
        <pc:chgData name="Sebastian Schulz" userId="7b9eb8de-fba4-4de7-9449-93f55919c255" providerId="ADAL" clId="{2FA220FD-A00C-1E4A-8D4F-A6BB596EB501}" dt="2026-05-19T13:15:56.636" v="10170" actId="20577"/>
        <pc:sldMkLst>
          <pc:docMk/>
          <pc:sldMk cId="886900980" sldId="401"/>
        </pc:sldMkLst>
        <pc:spChg chg="del">
          <ac:chgData name="Sebastian Schulz" userId="7b9eb8de-fba4-4de7-9449-93f55919c255" providerId="ADAL" clId="{2FA220FD-A00C-1E4A-8D4F-A6BB596EB501}" dt="2026-05-19T12:51:48.991" v="9169" actId="478"/>
          <ac:spMkLst>
            <pc:docMk/>
            <pc:sldMk cId="886900980" sldId="401"/>
            <ac:spMk id="3" creationId="{42A79211-BD02-5BE2-6886-37137A502BE4}"/>
          </ac:spMkLst>
        </pc:spChg>
        <pc:spChg chg="del">
          <ac:chgData name="Sebastian Schulz" userId="7b9eb8de-fba4-4de7-9449-93f55919c255" providerId="ADAL" clId="{2FA220FD-A00C-1E4A-8D4F-A6BB596EB501}" dt="2026-05-19T12:51:18.796" v="9163" actId="478"/>
          <ac:spMkLst>
            <pc:docMk/>
            <pc:sldMk cId="886900980" sldId="401"/>
            <ac:spMk id="6" creationId="{F010AC3D-4AC4-EA3C-60F1-477C5AB7930F}"/>
          </ac:spMkLst>
        </pc:spChg>
        <pc:spChg chg="del">
          <ac:chgData name="Sebastian Schulz" userId="7b9eb8de-fba4-4de7-9449-93f55919c255" providerId="ADAL" clId="{2FA220FD-A00C-1E4A-8D4F-A6BB596EB501}" dt="2026-05-19T12:51:16.114" v="9162" actId="478"/>
          <ac:spMkLst>
            <pc:docMk/>
            <pc:sldMk cId="886900980" sldId="401"/>
            <ac:spMk id="7" creationId="{29744B42-9ADB-B4C4-C35D-C53F56286EB6}"/>
          </ac:spMkLst>
        </pc:spChg>
        <pc:spChg chg="del">
          <ac:chgData name="Sebastian Schulz" userId="7b9eb8de-fba4-4de7-9449-93f55919c255" providerId="ADAL" clId="{2FA220FD-A00C-1E4A-8D4F-A6BB596EB501}" dt="2026-05-19T12:51:14.191" v="9161" actId="478"/>
          <ac:spMkLst>
            <pc:docMk/>
            <pc:sldMk cId="886900980" sldId="401"/>
            <ac:spMk id="8" creationId="{ACC8839F-5087-9B6F-A3B1-D8367D8F3F5A}"/>
          </ac:spMkLst>
        </pc:spChg>
        <pc:spChg chg="add mod">
          <ac:chgData name="Sebastian Schulz" userId="7b9eb8de-fba4-4de7-9449-93f55919c255" providerId="ADAL" clId="{2FA220FD-A00C-1E4A-8D4F-A6BB596EB501}" dt="2026-05-19T13:15:56.636" v="10170" actId="20577"/>
          <ac:spMkLst>
            <pc:docMk/>
            <pc:sldMk cId="886900980" sldId="401"/>
            <ac:spMk id="9" creationId="{12A03054-D54E-E198-D7CC-3A51F362FCE8}"/>
          </ac:spMkLst>
        </pc:spChg>
        <pc:spChg chg="add del mod">
          <ac:chgData name="Sebastian Schulz" userId="7b9eb8de-fba4-4de7-9449-93f55919c255" providerId="ADAL" clId="{2FA220FD-A00C-1E4A-8D4F-A6BB596EB501}" dt="2026-05-19T12:51:51.156" v="9170" actId="478"/>
          <ac:spMkLst>
            <pc:docMk/>
            <pc:sldMk cId="886900980" sldId="401"/>
            <ac:spMk id="11" creationId="{9E87EC76-E480-E105-46FB-732D21C3C3BF}"/>
          </ac:spMkLst>
        </pc:spChg>
        <pc:spChg chg="add mod">
          <ac:chgData name="Sebastian Schulz" userId="7b9eb8de-fba4-4de7-9449-93f55919c255" providerId="ADAL" clId="{2FA220FD-A00C-1E4A-8D4F-A6BB596EB501}" dt="2026-05-19T13:09:58.651" v="9939" actId="1036"/>
          <ac:spMkLst>
            <pc:docMk/>
            <pc:sldMk cId="886900980" sldId="401"/>
            <ac:spMk id="12" creationId="{6A4133E0-81D5-D55B-93C5-2A6E824752C1}"/>
          </ac:spMkLst>
        </pc:spChg>
        <pc:spChg chg="add mod">
          <ac:chgData name="Sebastian Schulz" userId="7b9eb8de-fba4-4de7-9449-93f55919c255" providerId="ADAL" clId="{2FA220FD-A00C-1E4A-8D4F-A6BB596EB501}" dt="2026-05-19T13:09:58.651" v="9939" actId="1036"/>
          <ac:spMkLst>
            <pc:docMk/>
            <pc:sldMk cId="886900980" sldId="401"/>
            <ac:spMk id="13" creationId="{AEE62564-E68E-C1A5-E381-9BFAD42EB85C}"/>
          </ac:spMkLst>
        </pc:spChg>
        <pc:spChg chg="add mod">
          <ac:chgData name="Sebastian Schulz" userId="7b9eb8de-fba4-4de7-9449-93f55919c255" providerId="ADAL" clId="{2FA220FD-A00C-1E4A-8D4F-A6BB596EB501}" dt="2026-05-19T13:09:58.651" v="9939" actId="1036"/>
          <ac:spMkLst>
            <pc:docMk/>
            <pc:sldMk cId="886900980" sldId="401"/>
            <ac:spMk id="14" creationId="{449FF2B9-D9E1-3F4C-F63D-1654E27230BA}"/>
          </ac:spMkLst>
        </pc:spChg>
        <pc:spChg chg="add del mod">
          <ac:chgData name="Sebastian Schulz" userId="7b9eb8de-fba4-4de7-9449-93f55919c255" providerId="ADAL" clId="{2FA220FD-A00C-1E4A-8D4F-A6BB596EB501}" dt="2026-05-19T12:57:01.164" v="9286"/>
          <ac:spMkLst>
            <pc:docMk/>
            <pc:sldMk cId="886900980" sldId="401"/>
            <ac:spMk id="19" creationId="{217DE7BB-AB41-B215-2574-C1F5239E8FFF}"/>
          </ac:spMkLst>
        </pc:spChg>
        <pc:spChg chg="add mod">
          <ac:chgData name="Sebastian Schulz" userId="7b9eb8de-fba4-4de7-9449-93f55919c255" providerId="ADAL" clId="{2FA220FD-A00C-1E4A-8D4F-A6BB596EB501}" dt="2026-05-19T13:09:58.651" v="9939" actId="1036"/>
          <ac:spMkLst>
            <pc:docMk/>
            <pc:sldMk cId="886900980" sldId="401"/>
            <ac:spMk id="22" creationId="{2D33B23E-A601-EC51-AAEF-1C25002157D3}"/>
          </ac:spMkLst>
        </pc:spChg>
        <pc:spChg chg="add mod">
          <ac:chgData name="Sebastian Schulz" userId="7b9eb8de-fba4-4de7-9449-93f55919c255" providerId="ADAL" clId="{2FA220FD-A00C-1E4A-8D4F-A6BB596EB501}" dt="2026-05-19T13:09:58.651" v="9939" actId="1036"/>
          <ac:spMkLst>
            <pc:docMk/>
            <pc:sldMk cId="886900980" sldId="401"/>
            <ac:spMk id="23" creationId="{5D07A8A9-4655-3EB6-1B7E-DE6793253E30}"/>
          </ac:spMkLst>
        </pc:spChg>
        <pc:spChg chg="add mod">
          <ac:chgData name="Sebastian Schulz" userId="7b9eb8de-fba4-4de7-9449-93f55919c255" providerId="ADAL" clId="{2FA220FD-A00C-1E4A-8D4F-A6BB596EB501}" dt="2026-05-19T13:09:58.651" v="9939" actId="1036"/>
          <ac:spMkLst>
            <pc:docMk/>
            <pc:sldMk cId="886900980" sldId="401"/>
            <ac:spMk id="24" creationId="{5BE15FB3-9437-0362-E03B-D22A3A2495EA}"/>
          </ac:spMkLst>
        </pc:spChg>
        <pc:spChg chg="add mod">
          <ac:chgData name="Sebastian Schulz" userId="7b9eb8de-fba4-4de7-9449-93f55919c255" providerId="ADAL" clId="{2FA220FD-A00C-1E4A-8D4F-A6BB596EB501}" dt="2026-05-19T13:09:58.651" v="9939" actId="1036"/>
          <ac:spMkLst>
            <pc:docMk/>
            <pc:sldMk cId="886900980" sldId="401"/>
            <ac:spMk id="25" creationId="{A6557E11-2FA0-DD65-9FBD-E025F368E0DE}"/>
          </ac:spMkLst>
        </pc:spChg>
        <pc:spChg chg="add mod">
          <ac:chgData name="Sebastian Schulz" userId="7b9eb8de-fba4-4de7-9449-93f55919c255" providerId="ADAL" clId="{2FA220FD-A00C-1E4A-8D4F-A6BB596EB501}" dt="2026-05-19T13:15:23.402" v="10160" actId="1036"/>
          <ac:spMkLst>
            <pc:docMk/>
            <pc:sldMk cId="886900980" sldId="401"/>
            <ac:spMk id="30" creationId="{DB02AADB-AD4B-271C-5C3A-836271B7F6A7}"/>
          </ac:spMkLst>
        </pc:spChg>
        <pc:spChg chg="add mod">
          <ac:chgData name="Sebastian Schulz" userId="7b9eb8de-fba4-4de7-9449-93f55919c255" providerId="ADAL" clId="{2FA220FD-A00C-1E4A-8D4F-A6BB596EB501}" dt="2026-05-19T13:15:23.402" v="10160" actId="1036"/>
          <ac:spMkLst>
            <pc:docMk/>
            <pc:sldMk cId="886900980" sldId="401"/>
            <ac:spMk id="31" creationId="{2EEFD3AD-0DE0-D447-7117-8F45BEDFB463}"/>
          </ac:spMkLst>
        </pc:spChg>
        <pc:spChg chg="add mod">
          <ac:chgData name="Sebastian Schulz" userId="7b9eb8de-fba4-4de7-9449-93f55919c255" providerId="ADAL" clId="{2FA220FD-A00C-1E4A-8D4F-A6BB596EB501}" dt="2026-05-19T13:09:58.651" v="9939" actId="1036"/>
          <ac:spMkLst>
            <pc:docMk/>
            <pc:sldMk cId="886900980" sldId="401"/>
            <ac:spMk id="33" creationId="{77CC07E9-631A-A2B0-C17F-3814A70C6DE8}"/>
          </ac:spMkLst>
        </pc:spChg>
        <pc:spChg chg="add mod">
          <ac:chgData name="Sebastian Schulz" userId="7b9eb8de-fba4-4de7-9449-93f55919c255" providerId="ADAL" clId="{2FA220FD-A00C-1E4A-8D4F-A6BB596EB501}" dt="2026-05-19T13:09:58.651" v="9939" actId="1036"/>
          <ac:spMkLst>
            <pc:docMk/>
            <pc:sldMk cId="886900980" sldId="401"/>
            <ac:spMk id="39" creationId="{1A2E743B-4FA0-2BF4-E0F2-730C8B429A02}"/>
          </ac:spMkLst>
        </pc:spChg>
        <pc:spChg chg="add mod">
          <ac:chgData name="Sebastian Schulz" userId="7b9eb8de-fba4-4de7-9449-93f55919c255" providerId="ADAL" clId="{2FA220FD-A00C-1E4A-8D4F-A6BB596EB501}" dt="2026-05-19T13:10:11.652" v="9947" actId="20577"/>
          <ac:spMkLst>
            <pc:docMk/>
            <pc:sldMk cId="886900980" sldId="401"/>
            <ac:spMk id="45" creationId="{96ADDDED-3B1C-1C30-9C18-E523E10B8CFA}"/>
          </ac:spMkLst>
        </pc:spChg>
        <pc:spChg chg="add mod">
          <ac:chgData name="Sebastian Schulz" userId="7b9eb8de-fba4-4de7-9449-93f55919c255" providerId="ADAL" clId="{2FA220FD-A00C-1E4A-8D4F-A6BB596EB501}" dt="2026-05-19T13:10:17.799" v="9949" actId="1076"/>
          <ac:spMkLst>
            <pc:docMk/>
            <pc:sldMk cId="886900980" sldId="401"/>
            <ac:spMk id="46" creationId="{A551B797-5D89-AA05-1B60-39AB3F3DEED0}"/>
          </ac:spMkLst>
        </pc:spChg>
        <pc:picChg chg="del">
          <ac:chgData name="Sebastian Schulz" userId="7b9eb8de-fba4-4de7-9449-93f55919c255" providerId="ADAL" clId="{2FA220FD-A00C-1E4A-8D4F-A6BB596EB501}" dt="2026-05-19T12:51:12.582" v="9160" actId="478"/>
          <ac:picMkLst>
            <pc:docMk/>
            <pc:sldMk cId="886900980" sldId="401"/>
            <ac:picMk id="5" creationId="{3A631D3A-7330-BC5E-4826-B5BE6889F337}"/>
          </ac:picMkLst>
        </pc:picChg>
        <pc:cxnChg chg="add mod">
          <ac:chgData name="Sebastian Schulz" userId="7b9eb8de-fba4-4de7-9449-93f55919c255" providerId="ADAL" clId="{2FA220FD-A00C-1E4A-8D4F-A6BB596EB501}" dt="2026-05-19T13:09:58.651" v="9939" actId="1036"/>
          <ac:cxnSpMkLst>
            <pc:docMk/>
            <pc:sldMk cId="886900980" sldId="401"/>
            <ac:cxnSpMk id="16" creationId="{C6462B62-7A35-7248-BD5C-812070E17624}"/>
          </ac:cxnSpMkLst>
        </pc:cxnChg>
        <pc:cxnChg chg="add mod">
          <ac:chgData name="Sebastian Schulz" userId="7b9eb8de-fba4-4de7-9449-93f55919c255" providerId="ADAL" clId="{2FA220FD-A00C-1E4A-8D4F-A6BB596EB501}" dt="2026-05-19T13:09:58.651" v="9939" actId="1036"/>
          <ac:cxnSpMkLst>
            <pc:docMk/>
            <pc:sldMk cId="886900980" sldId="401"/>
            <ac:cxnSpMk id="18" creationId="{0BBC70D1-5A71-E490-D5D3-013B0CD57076}"/>
          </ac:cxnSpMkLst>
        </pc:cxnChg>
        <pc:cxnChg chg="add mod">
          <ac:chgData name="Sebastian Schulz" userId="7b9eb8de-fba4-4de7-9449-93f55919c255" providerId="ADAL" clId="{2FA220FD-A00C-1E4A-8D4F-A6BB596EB501}" dt="2026-05-19T13:09:58.651" v="9939" actId="1036"/>
          <ac:cxnSpMkLst>
            <pc:docMk/>
            <pc:sldMk cId="886900980" sldId="401"/>
            <ac:cxnSpMk id="27" creationId="{2BEBF311-5E54-3D8B-EF83-91F1401B643B}"/>
          </ac:cxnSpMkLst>
        </pc:cxnChg>
        <pc:cxnChg chg="add mod">
          <ac:chgData name="Sebastian Schulz" userId="7b9eb8de-fba4-4de7-9449-93f55919c255" providerId="ADAL" clId="{2FA220FD-A00C-1E4A-8D4F-A6BB596EB501}" dt="2026-05-19T13:09:58.651" v="9939" actId="1036"/>
          <ac:cxnSpMkLst>
            <pc:docMk/>
            <pc:sldMk cId="886900980" sldId="401"/>
            <ac:cxnSpMk id="29" creationId="{DA25BF41-0090-F6BC-56A9-353747ABAF0C}"/>
          </ac:cxnSpMkLst>
        </pc:cxnChg>
        <pc:cxnChg chg="add mod">
          <ac:chgData name="Sebastian Schulz" userId="7b9eb8de-fba4-4de7-9449-93f55919c255" providerId="ADAL" clId="{2FA220FD-A00C-1E4A-8D4F-A6BB596EB501}" dt="2026-05-19T13:09:58.651" v="9939" actId="1036"/>
          <ac:cxnSpMkLst>
            <pc:docMk/>
            <pc:sldMk cId="886900980" sldId="401"/>
            <ac:cxnSpMk id="32" creationId="{9DA5A57F-18B5-0DDC-DE12-05E334C9A44D}"/>
          </ac:cxnSpMkLst>
        </pc:cxnChg>
        <pc:cxnChg chg="add mod">
          <ac:chgData name="Sebastian Schulz" userId="7b9eb8de-fba4-4de7-9449-93f55919c255" providerId="ADAL" clId="{2FA220FD-A00C-1E4A-8D4F-A6BB596EB501}" dt="2026-05-19T13:09:58.651" v="9939" actId="1036"/>
          <ac:cxnSpMkLst>
            <pc:docMk/>
            <pc:sldMk cId="886900980" sldId="401"/>
            <ac:cxnSpMk id="38" creationId="{46BD3139-7220-EF1A-3FA7-720AD58E40F1}"/>
          </ac:cxnSpMkLst>
        </pc:cxnChg>
        <pc:cxnChg chg="add mod">
          <ac:chgData name="Sebastian Schulz" userId="7b9eb8de-fba4-4de7-9449-93f55919c255" providerId="ADAL" clId="{2FA220FD-A00C-1E4A-8D4F-A6BB596EB501}" dt="2026-05-19T13:09:58.651" v="9939" actId="1036"/>
          <ac:cxnSpMkLst>
            <pc:docMk/>
            <pc:sldMk cId="886900980" sldId="401"/>
            <ac:cxnSpMk id="43" creationId="{8C0F30FA-DB58-63A1-E90A-7E153101F247}"/>
          </ac:cxnSpMkLst>
        </pc:cxnChg>
        <pc:cxnChg chg="add mod">
          <ac:chgData name="Sebastian Schulz" userId="7b9eb8de-fba4-4de7-9449-93f55919c255" providerId="ADAL" clId="{2FA220FD-A00C-1E4A-8D4F-A6BB596EB501}" dt="2026-05-19T13:09:58.651" v="9939" actId="1036"/>
          <ac:cxnSpMkLst>
            <pc:docMk/>
            <pc:sldMk cId="886900980" sldId="401"/>
            <ac:cxnSpMk id="44" creationId="{E8F3F2E1-2FFB-9678-281A-8A1FC9271EFB}"/>
          </ac:cxnSpMkLst>
        </pc:cxnChg>
      </pc:sldChg>
      <pc:sldChg chg="addSp delSp modSp new mod setBg modShow modNotesTx">
        <pc:chgData name="Sebastian Schulz" userId="7b9eb8de-fba4-4de7-9449-93f55919c255" providerId="ADAL" clId="{2FA220FD-A00C-1E4A-8D4F-A6BB596EB501}" dt="2026-05-19T16:08:07.860" v="10856" actId="729"/>
        <pc:sldMkLst>
          <pc:docMk/>
          <pc:sldMk cId="144347949" sldId="402"/>
        </pc:sldMkLst>
        <pc:spChg chg="mod">
          <ac:chgData name="Sebastian Schulz" userId="7b9eb8de-fba4-4de7-9449-93f55919c255" providerId="ADAL" clId="{2FA220FD-A00C-1E4A-8D4F-A6BB596EB501}" dt="2026-05-19T15:42:16.980" v="10541" actId="20577"/>
          <ac:spMkLst>
            <pc:docMk/>
            <pc:sldMk cId="144347949" sldId="402"/>
            <ac:spMk id="2" creationId="{D43EDFE2-12D5-61D4-C0E0-C976EEE518FA}"/>
          </ac:spMkLst>
        </pc:spChg>
        <pc:spChg chg="del">
          <ac:chgData name="Sebastian Schulz" userId="7b9eb8de-fba4-4de7-9449-93f55919c255" providerId="ADAL" clId="{2FA220FD-A00C-1E4A-8D4F-A6BB596EB501}" dt="2026-05-19T15:39:58.669" v="10523" actId="478"/>
          <ac:spMkLst>
            <pc:docMk/>
            <pc:sldMk cId="144347949" sldId="402"/>
            <ac:spMk id="3" creationId="{999F0FED-5771-5C85-D107-A955BA56A4F4}"/>
          </ac:spMkLst>
        </pc:spChg>
        <pc:spChg chg="mod ord">
          <ac:chgData name="Sebastian Schulz" userId="7b9eb8de-fba4-4de7-9449-93f55919c255" providerId="ADAL" clId="{2FA220FD-A00C-1E4A-8D4F-A6BB596EB501}" dt="2026-05-19T15:41:40.886" v="10530" actId="26606"/>
          <ac:spMkLst>
            <pc:docMk/>
            <pc:sldMk cId="144347949" sldId="402"/>
            <ac:spMk id="4" creationId="{5C974D72-5DFD-E826-424A-1D6D8880B472}"/>
          </ac:spMkLst>
        </pc:spChg>
        <pc:spChg chg="add del">
          <ac:chgData name="Sebastian Schulz" userId="7b9eb8de-fba4-4de7-9449-93f55919c255" providerId="ADAL" clId="{2FA220FD-A00C-1E4A-8D4F-A6BB596EB501}" dt="2026-05-19T15:41:40.886" v="10530" actId="26606"/>
          <ac:spMkLst>
            <pc:docMk/>
            <pc:sldMk cId="144347949" sldId="402"/>
            <ac:spMk id="11" creationId="{C4879EFC-8E62-4E00-973C-C45EE9EC676D}"/>
          </ac:spMkLst>
        </pc:spChg>
        <pc:spChg chg="add del">
          <ac:chgData name="Sebastian Schulz" userId="7b9eb8de-fba4-4de7-9449-93f55919c255" providerId="ADAL" clId="{2FA220FD-A00C-1E4A-8D4F-A6BB596EB501}" dt="2026-05-19T15:41:40.886" v="10530" actId="26606"/>
          <ac:spMkLst>
            <pc:docMk/>
            <pc:sldMk cId="144347949" sldId="402"/>
            <ac:spMk id="13" creationId="{D6A9C53F-5F90-40A5-8C85-5412D39C8C68}"/>
          </ac:spMkLst>
        </pc:spChg>
        <pc:picChg chg="add mod">
          <ac:chgData name="Sebastian Schulz" userId="7b9eb8de-fba4-4de7-9449-93f55919c255" providerId="ADAL" clId="{2FA220FD-A00C-1E4A-8D4F-A6BB596EB501}" dt="2026-05-19T15:42:35.950" v="10548" actId="14100"/>
          <ac:picMkLst>
            <pc:docMk/>
            <pc:sldMk cId="144347949" sldId="402"/>
            <ac:picMk id="5" creationId="{C0936001-FB35-26C7-6F63-1D36A6E11342}"/>
          </ac:picMkLst>
        </pc:picChg>
        <pc:picChg chg="add del mod">
          <ac:chgData name="Sebastian Schulz" userId="7b9eb8de-fba4-4de7-9449-93f55919c255" providerId="ADAL" clId="{2FA220FD-A00C-1E4A-8D4F-A6BB596EB501}" dt="2026-05-19T15:42:24.699" v="10543" actId="478"/>
          <ac:picMkLst>
            <pc:docMk/>
            <pc:sldMk cId="144347949" sldId="402"/>
            <ac:picMk id="6" creationId="{23D113EC-E2FA-955B-1024-2F56BC1F0FD9}"/>
          </ac:picMkLst>
        </pc:picChg>
        <pc:picChg chg="add mod">
          <ac:chgData name="Sebastian Schulz" userId="7b9eb8de-fba4-4de7-9449-93f55919c255" providerId="ADAL" clId="{2FA220FD-A00C-1E4A-8D4F-A6BB596EB501}" dt="2026-05-19T15:42:33.371" v="10547" actId="1076"/>
          <ac:picMkLst>
            <pc:docMk/>
            <pc:sldMk cId="144347949" sldId="402"/>
            <ac:picMk id="7" creationId="{54F42DA9-63FF-B745-028E-DF6CF810352B}"/>
          </ac:picMkLst>
        </pc:picChg>
      </pc:sldChg>
      <pc:sldChg chg="delSp modSp add mod modShow">
        <pc:chgData name="Sebastian Schulz" userId="7b9eb8de-fba4-4de7-9449-93f55919c255" providerId="ADAL" clId="{2FA220FD-A00C-1E4A-8D4F-A6BB596EB501}" dt="2026-05-19T16:08:07.860" v="10856" actId="729"/>
        <pc:sldMkLst>
          <pc:docMk/>
          <pc:sldMk cId="1754812543" sldId="403"/>
        </pc:sldMkLst>
        <pc:spChg chg="mod">
          <ac:chgData name="Sebastian Schulz" userId="7b9eb8de-fba4-4de7-9449-93f55919c255" providerId="ADAL" clId="{2FA220FD-A00C-1E4A-8D4F-A6BB596EB501}" dt="2026-05-19T15:42:48.116" v="10552" actId="20577"/>
          <ac:spMkLst>
            <pc:docMk/>
            <pc:sldMk cId="1754812543" sldId="403"/>
            <ac:spMk id="2" creationId="{EC8E6E5F-0243-85A0-B406-960A9BCD7782}"/>
          </ac:spMkLst>
        </pc:spChg>
        <pc:picChg chg="del">
          <ac:chgData name="Sebastian Schulz" userId="7b9eb8de-fba4-4de7-9449-93f55919c255" providerId="ADAL" clId="{2FA220FD-A00C-1E4A-8D4F-A6BB596EB501}" dt="2026-05-19T15:42:38.368" v="10549" actId="478"/>
          <ac:picMkLst>
            <pc:docMk/>
            <pc:sldMk cId="1754812543" sldId="403"/>
            <ac:picMk id="5" creationId="{57A013BB-5919-6988-DD48-0EA5E47C60EB}"/>
          </ac:picMkLst>
        </pc:picChg>
        <pc:picChg chg="mod">
          <ac:chgData name="Sebastian Schulz" userId="7b9eb8de-fba4-4de7-9449-93f55919c255" providerId="ADAL" clId="{2FA220FD-A00C-1E4A-8D4F-A6BB596EB501}" dt="2026-05-19T15:42:43.225" v="10551" actId="14100"/>
          <ac:picMkLst>
            <pc:docMk/>
            <pc:sldMk cId="1754812543" sldId="403"/>
            <ac:picMk id="6" creationId="{6B35347E-1523-9225-3236-F525F1F49AE2}"/>
          </ac:picMkLst>
        </pc:picChg>
      </pc:sldChg>
      <pc:sldChg chg="addSp delSp modSp new mod modShow">
        <pc:chgData name="Sebastian Schulz" userId="7b9eb8de-fba4-4de7-9449-93f55919c255" providerId="ADAL" clId="{2FA220FD-A00C-1E4A-8D4F-A6BB596EB501}" dt="2026-05-19T16:08:07.860" v="10856" actId="729"/>
        <pc:sldMkLst>
          <pc:docMk/>
          <pc:sldMk cId="4142147077" sldId="404"/>
        </pc:sldMkLst>
        <pc:spChg chg="mod">
          <ac:chgData name="Sebastian Schulz" userId="7b9eb8de-fba4-4de7-9449-93f55919c255" providerId="ADAL" clId="{2FA220FD-A00C-1E4A-8D4F-A6BB596EB501}" dt="2026-05-19T15:47:08.324" v="10575" actId="1076"/>
          <ac:spMkLst>
            <pc:docMk/>
            <pc:sldMk cId="4142147077" sldId="404"/>
            <ac:spMk id="2" creationId="{16560F31-DCC7-FAE8-4483-A9FC3D52A912}"/>
          </ac:spMkLst>
        </pc:spChg>
        <pc:spChg chg="del">
          <ac:chgData name="Sebastian Schulz" userId="7b9eb8de-fba4-4de7-9449-93f55919c255" providerId="ADAL" clId="{2FA220FD-A00C-1E4A-8D4F-A6BB596EB501}" dt="2026-05-19T15:47:10.500" v="10576" actId="478"/>
          <ac:spMkLst>
            <pc:docMk/>
            <pc:sldMk cId="4142147077" sldId="404"/>
            <ac:spMk id="3" creationId="{A04C9933-1A03-B992-CE47-EBF2663A24D9}"/>
          </ac:spMkLst>
        </pc:spChg>
        <pc:spChg chg="add del">
          <ac:chgData name="Sebastian Schulz" userId="7b9eb8de-fba4-4de7-9449-93f55919c255" providerId="ADAL" clId="{2FA220FD-A00C-1E4A-8D4F-A6BB596EB501}" dt="2026-05-19T15:47:14.427" v="10578" actId="22"/>
          <ac:spMkLst>
            <pc:docMk/>
            <pc:sldMk cId="4142147077" sldId="404"/>
            <ac:spMk id="6" creationId="{909F4D30-9FA9-684A-274C-14EF48839EB7}"/>
          </ac:spMkLst>
        </pc:spChg>
        <pc:picChg chg="add mod">
          <ac:chgData name="Sebastian Schulz" userId="7b9eb8de-fba4-4de7-9449-93f55919c255" providerId="ADAL" clId="{2FA220FD-A00C-1E4A-8D4F-A6BB596EB501}" dt="2026-05-19T15:48:48.816" v="10588" actId="1076"/>
          <ac:picMkLst>
            <pc:docMk/>
            <pc:sldMk cId="4142147077" sldId="404"/>
            <ac:picMk id="7" creationId="{58A154C9-FC9F-E362-F40B-E357E158FCFB}"/>
          </ac:picMkLst>
        </pc:picChg>
        <pc:picChg chg="add mod">
          <ac:chgData name="Sebastian Schulz" userId="7b9eb8de-fba4-4de7-9449-93f55919c255" providerId="ADAL" clId="{2FA220FD-A00C-1E4A-8D4F-A6BB596EB501}" dt="2026-05-19T15:49:03.520" v="10594" actId="14100"/>
          <ac:picMkLst>
            <pc:docMk/>
            <pc:sldMk cId="4142147077" sldId="404"/>
            <ac:picMk id="8" creationId="{DA351F29-9839-693C-3B5B-5AB5321FD795}"/>
          </ac:picMkLst>
        </pc:picChg>
        <pc:picChg chg="add mod">
          <ac:chgData name="Sebastian Schulz" userId="7b9eb8de-fba4-4de7-9449-93f55919c255" providerId="ADAL" clId="{2FA220FD-A00C-1E4A-8D4F-A6BB596EB501}" dt="2026-05-19T15:49:05.979" v="10595" actId="1076"/>
          <ac:picMkLst>
            <pc:docMk/>
            <pc:sldMk cId="4142147077" sldId="404"/>
            <ac:picMk id="9" creationId="{BF19FDB6-8698-07C6-A9EF-77EC49959E0B}"/>
          </ac:picMkLst>
        </pc:picChg>
      </pc:sldChg>
      <pc:sldChg chg="addSp delSp modSp new mod modShow modNotesTx">
        <pc:chgData name="Sebastian Schulz" userId="7b9eb8de-fba4-4de7-9449-93f55919c255" providerId="ADAL" clId="{2FA220FD-A00C-1E4A-8D4F-A6BB596EB501}" dt="2026-05-19T19:11:39.600" v="11419" actId="729"/>
        <pc:sldMkLst>
          <pc:docMk/>
          <pc:sldMk cId="2207283922" sldId="405"/>
        </pc:sldMkLst>
        <pc:spChg chg="mod">
          <ac:chgData name="Sebastian Schulz" userId="7b9eb8de-fba4-4de7-9449-93f55919c255" providerId="ADAL" clId="{2FA220FD-A00C-1E4A-8D4F-A6BB596EB501}" dt="2026-05-19T16:44:09.900" v="10904" actId="1076"/>
          <ac:spMkLst>
            <pc:docMk/>
            <pc:sldMk cId="2207283922" sldId="405"/>
            <ac:spMk id="2" creationId="{B7750AA2-7349-974B-40C7-A606DAE8F08C}"/>
          </ac:spMkLst>
        </pc:spChg>
        <pc:spChg chg="del">
          <ac:chgData name="Sebastian Schulz" userId="7b9eb8de-fba4-4de7-9449-93f55919c255" providerId="ADAL" clId="{2FA220FD-A00C-1E4A-8D4F-A6BB596EB501}" dt="2026-05-19T16:44:15.158" v="10907" actId="478"/>
          <ac:spMkLst>
            <pc:docMk/>
            <pc:sldMk cId="2207283922" sldId="405"/>
            <ac:spMk id="3" creationId="{1A9B913B-2108-0FC2-C4E7-6B75C85B8763}"/>
          </ac:spMkLst>
        </pc:spChg>
        <pc:spChg chg="add mod">
          <ac:chgData name="Sebastian Schulz" userId="7b9eb8de-fba4-4de7-9449-93f55919c255" providerId="ADAL" clId="{2FA220FD-A00C-1E4A-8D4F-A6BB596EB501}" dt="2026-05-19T16:44:13.290" v="10906" actId="571"/>
          <ac:spMkLst>
            <pc:docMk/>
            <pc:sldMk cId="2207283922" sldId="405"/>
            <ac:spMk id="5" creationId="{330DB8BF-4765-4E90-0F60-E0402E489ABB}"/>
          </ac:spMkLst>
        </pc:spChg>
        <pc:picChg chg="add mod">
          <ac:chgData name="Sebastian Schulz" userId="7b9eb8de-fba4-4de7-9449-93f55919c255" providerId="ADAL" clId="{2FA220FD-A00C-1E4A-8D4F-A6BB596EB501}" dt="2026-05-19T16:44:47.196" v="10911" actId="14100"/>
          <ac:picMkLst>
            <pc:docMk/>
            <pc:sldMk cId="2207283922" sldId="405"/>
            <ac:picMk id="6" creationId="{6C286E8F-6B10-728E-186F-042F65DAE158}"/>
          </ac:picMkLst>
        </pc:picChg>
        <pc:picChg chg="add mod">
          <ac:chgData name="Sebastian Schulz" userId="7b9eb8de-fba4-4de7-9449-93f55919c255" providerId="ADAL" clId="{2FA220FD-A00C-1E4A-8D4F-A6BB596EB501}" dt="2026-05-19T16:45:11.662" v="10914" actId="1076"/>
          <ac:picMkLst>
            <pc:docMk/>
            <pc:sldMk cId="2207283922" sldId="405"/>
            <ac:picMk id="7" creationId="{EE6D5327-0AC5-C6F6-B61B-4CAA7B7AA5B7}"/>
          </ac:picMkLst>
        </pc:picChg>
        <pc:picChg chg="add mod">
          <ac:chgData name="Sebastian Schulz" userId="7b9eb8de-fba4-4de7-9449-93f55919c255" providerId="ADAL" clId="{2FA220FD-A00C-1E4A-8D4F-A6BB596EB501}" dt="2026-05-19T16:46:41.622" v="10934" actId="1076"/>
          <ac:picMkLst>
            <pc:docMk/>
            <pc:sldMk cId="2207283922" sldId="405"/>
            <ac:picMk id="8" creationId="{0A3697FC-3B87-4718-9C5A-B0EF741F6598}"/>
          </ac:picMkLst>
        </pc:picChg>
        <pc:picChg chg="add mod">
          <ac:chgData name="Sebastian Schulz" userId="7b9eb8de-fba4-4de7-9449-93f55919c255" providerId="ADAL" clId="{2FA220FD-A00C-1E4A-8D4F-A6BB596EB501}" dt="2026-05-19T16:46:44.401" v="10935" actId="1076"/>
          <ac:picMkLst>
            <pc:docMk/>
            <pc:sldMk cId="2207283922" sldId="405"/>
            <ac:picMk id="9" creationId="{91308A17-FB44-2DCB-AFDA-2B521FA59A04}"/>
          </ac:picMkLst>
        </pc:picChg>
      </pc:sldChg>
      <pc:sldChg chg="addSp delSp modSp add mod modShow">
        <pc:chgData name="Sebastian Schulz" userId="7b9eb8de-fba4-4de7-9449-93f55919c255" providerId="ADAL" clId="{2FA220FD-A00C-1E4A-8D4F-A6BB596EB501}" dt="2026-05-19T19:11:41.968" v="11420" actId="729"/>
        <pc:sldMkLst>
          <pc:docMk/>
          <pc:sldMk cId="1844877167" sldId="406"/>
        </pc:sldMkLst>
        <pc:picChg chg="add mod">
          <ac:chgData name="Sebastian Schulz" userId="7b9eb8de-fba4-4de7-9449-93f55919c255" providerId="ADAL" clId="{2FA220FD-A00C-1E4A-8D4F-A6BB596EB501}" dt="2026-05-19T16:47:13.163" v="10947" actId="1076"/>
          <ac:picMkLst>
            <pc:docMk/>
            <pc:sldMk cId="1844877167" sldId="406"/>
            <ac:picMk id="3" creationId="{C6FF6C5E-DD19-1F7D-58B2-08542F7208E9}"/>
          </ac:picMkLst>
        </pc:picChg>
        <pc:picChg chg="add mod">
          <ac:chgData name="Sebastian Schulz" userId="7b9eb8de-fba4-4de7-9449-93f55919c255" providerId="ADAL" clId="{2FA220FD-A00C-1E4A-8D4F-A6BB596EB501}" dt="2026-05-19T16:48:45.884" v="10960" actId="14100"/>
          <ac:picMkLst>
            <pc:docMk/>
            <pc:sldMk cId="1844877167" sldId="406"/>
            <ac:picMk id="5" creationId="{AE9D54BC-BEFE-094A-F26D-3C9FFEB26B30}"/>
          </ac:picMkLst>
        </pc:picChg>
        <pc:picChg chg="mod">
          <ac:chgData name="Sebastian Schulz" userId="7b9eb8de-fba4-4de7-9449-93f55919c255" providerId="ADAL" clId="{2FA220FD-A00C-1E4A-8D4F-A6BB596EB501}" dt="2026-05-19T16:47:06.268" v="10944" actId="1076"/>
          <ac:picMkLst>
            <pc:docMk/>
            <pc:sldMk cId="1844877167" sldId="406"/>
            <ac:picMk id="6" creationId="{12313657-EFAF-9A6A-57A2-7921CDEC20A7}"/>
          </ac:picMkLst>
        </pc:picChg>
        <pc:picChg chg="del">
          <ac:chgData name="Sebastian Schulz" userId="7b9eb8de-fba4-4de7-9449-93f55919c255" providerId="ADAL" clId="{2FA220FD-A00C-1E4A-8D4F-A6BB596EB501}" dt="2026-05-19T16:46:51.341" v="10939" actId="478"/>
          <ac:picMkLst>
            <pc:docMk/>
            <pc:sldMk cId="1844877167" sldId="406"/>
            <ac:picMk id="7" creationId="{55DAE40E-6CC5-1907-FDAF-D2510348C106}"/>
          </ac:picMkLst>
        </pc:picChg>
        <pc:picChg chg="del">
          <ac:chgData name="Sebastian Schulz" userId="7b9eb8de-fba4-4de7-9449-93f55919c255" providerId="ADAL" clId="{2FA220FD-A00C-1E4A-8D4F-A6BB596EB501}" dt="2026-05-19T16:46:50.053" v="10937" actId="478"/>
          <ac:picMkLst>
            <pc:docMk/>
            <pc:sldMk cId="1844877167" sldId="406"/>
            <ac:picMk id="8" creationId="{2DD5D630-F9A2-CB81-E14F-0E9BF9D99009}"/>
          </ac:picMkLst>
        </pc:picChg>
        <pc:picChg chg="del">
          <ac:chgData name="Sebastian Schulz" userId="7b9eb8de-fba4-4de7-9449-93f55919c255" providerId="ADAL" clId="{2FA220FD-A00C-1E4A-8D4F-A6BB596EB501}" dt="2026-05-19T16:46:50.650" v="10938" actId="478"/>
          <ac:picMkLst>
            <pc:docMk/>
            <pc:sldMk cId="1844877167" sldId="406"/>
            <ac:picMk id="9" creationId="{45DC082F-9E1C-88DF-14E9-E9FDFE4037EF}"/>
          </ac:picMkLst>
        </pc:picChg>
        <pc:picChg chg="add del mod">
          <ac:chgData name="Sebastian Schulz" userId="7b9eb8de-fba4-4de7-9449-93f55919c255" providerId="ADAL" clId="{2FA220FD-A00C-1E4A-8D4F-A6BB596EB501}" dt="2026-05-19T16:49:37.764" v="10962" actId="478"/>
          <ac:picMkLst>
            <pc:docMk/>
            <pc:sldMk cId="1844877167" sldId="406"/>
            <ac:picMk id="10" creationId="{724EC2E0-2B1C-100C-34EF-6F18E1976D74}"/>
          </ac:picMkLst>
        </pc:picChg>
        <pc:picChg chg="add mod">
          <ac:chgData name="Sebastian Schulz" userId="7b9eb8de-fba4-4de7-9449-93f55919c255" providerId="ADAL" clId="{2FA220FD-A00C-1E4A-8D4F-A6BB596EB501}" dt="2026-05-19T16:50:13.399" v="10967" actId="1076"/>
          <ac:picMkLst>
            <pc:docMk/>
            <pc:sldMk cId="1844877167" sldId="406"/>
            <ac:picMk id="11" creationId="{CAB73880-4FAD-387D-FBA5-DBC55316EA50}"/>
          </ac:picMkLst>
        </pc:picChg>
      </pc:sldChg>
      <pc:sldChg chg="addSp delSp modSp add mod modShow">
        <pc:chgData name="Sebastian Schulz" userId="7b9eb8de-fba4-4de7-9449-93f55919c255" providerId="ADAL" clId="{2FA220FD-A00C-1E4A-8D4F-A6BB596EB501}" dt="2026-05-19T19:11:44.236" v="11421" actId="729"/>
        <pc:sldMkLst>
          <pc:docMk/>
          <pc:sldMk cId="1172390535" sldId="407"/>
        </pc:sldMkLst>
        <pc:picChg chg="del">
          <ac:chgData name="Sebastian Schulz" userId="7b9eb8de-fba4-4de7-9449-93f55919c255" providerId="ADAL" clId="{2FA220FD-A00C-1E4A-8D4F-A6BB596EB501}" dt="2026-05-19T16:51:50.901" v="10972" actId="478"/>
          <ac:picMkLst>
            <pc:docMk/>
            <pc:sldMk cId="1172390535" sldId="407"/>
            <ac:picMk id="3" creationId="{FC66C232-F932-C97E-9403-028D85717B96}"/>
          </ac:picMkLst>
        </pc:picChg>
        <pc:picChg chg="del">
          <ac:chgData name="Sebastian Schulz" userId="7b9eb8de-fba4-4de7-9449-93f55919c255" providerId="ADAL" clId="{2FA220FD-A00C-1E4A-8D4F-A6BB596EB501}" dt="2026-05-19T16:51:49.477" v="10970" actId="478"/>
          <ac:picMkLst>
            <pc:docMk/>
            <pc:sldMk cId="1172390535" sldId="407"/>
            <ac:picMk id="5" creationId="{0996F91C-8644-0254-E2DA-B5100CE5303A}"/>
          </ac:picMkLst>
        </pc:picChg>
        <pc:picChg chg="del">
          <ac:chgData name="Sebastian Schulz" userId="7b9eb8de-fba4-4de7-9449-93f55919c255" providerId="ADAL" clId="{2FA220FD-A00C-1E4A-8D4F-A6BB596EB501}" dt="2026-05-19T16:51:48.829" v="10969" actId="478"/>
          <ac:picMkLst>
            <pc:docMk/>
            <pc:sldMk cId="1172390535" sldId="407"/>
            <ac:picMk id="6" creationId="{867CDAAC-93CD-5433-875C-8C7CB53584D4}"/>
          </ac:picMkLst>
        </pc:picChg>
        <pc:picChg chg="add mod">
          <ac:chgData name="Sebastian Schulz" userId="7b9eb8de-fba4-4de7-9449-93f55919c255" providerId="ADAL" clId="{2FA220FD-A00C-1E4A-8D4F-A6BB596EB501}" dt="2026-05-19T16:51:59.288" v="10975" actId="1076"/>
          <ac:picMkLst>
            <pc:docMk/>
            <pc:sldMk cId="1172390535" sldId="407"/>
            <ac:picMk id="7" creationId="{78A6B1C3-B1F5-73B9-9FA8-1275712DCEFF}"/>
          </ac:picMkLst>
        </pc:picChg>
        <pc:picChg chg="del">
          <ac:chgData name="Sebastian Schulz" userId="7b9eb8de-fba4-4de7-9449-93f55919c255" providerId="ADAL" clId="{2FA220FD-A00C-1E4A-8D4F-A6BB596EB501}" dt="2026-05-19T16:51:50.188" v="10971" actId="478"/>
          <ac:picMkLst>
            <pc:docMk/>
            <pc:sldMk cId="1172390535" sldId="407"/>
            <ac:picMk id="11" creationId="{404A948D-B9E8-E2E2-49F7-A9131CDB281B}"/>
          </ac:picMkLst>
        </pc:picChg>
      </pc:sldChg>
      <pc:sldChg chg="addSp delSp modSp new mod modShow">
        <pc:chgData name="Sebastian Schulz" userId="7b9eb8de-fba4-4de7-9449-93f55919c255" providerId="ADAL" clId="{2FA220FD-A00C-1E4A-8D4F-A6BB596EB501}" dt="2026-05-19T19:17:53.693" v="11502" actId="729"/>
        <pc:sldMkLst>
          <pc:docMk/>
          <pc:sldMk cId="4198164683" sldId="408"/>
        </pc:sldMkLst>
        <pc:spChg chg="mod">
          <ac:chgData name="Sebastian Schulz" userId="7b9eb8de-fba4-4de7-9449-93f55919c255" providerId="ADAL" clId="{2FA220FD-A00C-1E4A-8D4F-A6BB596EB501}" dt="2026-05-19T19:14:24.098" v="11481" actId="20577"/>
          <ac:spMkLst>
            <pc:docMk/>
            <pc:sldMk cId="4198164683" sldId="408"/>
            <ac:spMk id="2" creationId="{346F6B27-7908-5860-E12C-94E22CE83238}"/>
          </ac:spMkLst>
        </pc:spChg>
        <pc:spChg chg="del">
          <ac:chgData name="Sebastian Schulz" userId="7b9eb8de-fba4-4de7-9449-93f55919c255" providerId="ADAL" clId="{2FA220FD-A00C-1E4A-8D4F-A6BB596EB501}" dt="2026-05-19T19:12:05.627" v="11464" actId="478"/>
          <ac:spMkLst>
            <pc:docMk/>
            <pc:sldMk cId="4198164683" sldId="408"/>
            <ac:spMk id="3" creationId="{80B9DE91-2E28-10C2-DE9D-71D85E646420}"/>
          </ac:spMkLst>
        </pc:spChg>
        <pc:picChg chg="add del mod">
          <ac:chgData name="Sebastian Schulz" userId="7b9eb8de-fba4-4de7-9449-93f55919c255" providerId="ADAL" clId="{2FA220FD-A00C-1E4A-8D4F-A6BB596EB501}" dt="2026-05-19T19:15:53.466" v="11492" actId="478"/>
          <ac:picMkLst>
            <pc:docMk/>
            <pc:sldMk cId="4198164683" sldId="408"/>
            <ac:picMk id="5" creationId="{74C50C22-0038-957B-09C4-A3039AE50033}"/>
          </ac:picMkLst>
        </pc:picChg>
        <pc:picChg chg="add mod">
          <ac:chgData name="Sebastian Schulz" userId="7b9eb8de-fba4-4de7-9449-93f55919c255" providerId="ADAL" clId="{2FA220FD-A00C-1E4A-8D4F-A6BB596EB501}" dt="2026-05-19T19:16:33.938" v="11496" actId="1076"/>
          <ac:picMkLst>
            <pc:docMk/>
            <pc:sldMk cId="4198164683" sldId="408"/>
            <ac:picMk id="6" creationId="{5104068C-32F1-7980-9EF5-C6837AB48E4E}"/>
          </ac:picMkLst>
        </pc:picChg>
        <pc:picChg chg="add mod">
          <ac:chgData name="Sebastian Schulz" userId="7b9eb8de-fba4-4de7-9449-93f55919c255" providerId="ADAL" clId="{2FA220FD-A00C-1E4A-8D4F-A6BB596EB501}" dt="2026-05-19T19:16:31.338" v="11495" actId="1076"/>
          <ac:picMkLst>
            <pc:docMk/>
            <pc:sldMk cId="4198164683" sldId="408"/>
            <ac:picMk id="7" creationId="{47AA7AAF-D5D7-9C80-E497-AD8C7A7A0A8D}"/>
          </ac:picMkLst>
        </pc:picChg>
        <pc:picChg chg="add del mod">
          <ac:chgData name="Sebastian Schulz" userId="7b9eb8de-fba4-4de7-9449-93f55919c255" providerId="ADAL" clId="{2FA220FD-A00C-1E4A-8D4F-A6BB596EB501}" dt="2026-05-19T19:15:52.738" v="11491" actId="478"/>
          <ac:picMkLst>
            <pc:docMk/>
            <pc:sldMk cId="4198164683" sldId="408"/>
            <ac:picMk id="8" creationId="{A87043A5-4ADA-7F91-B442-1A7595C608D4}"/>
          </ac:picMkLst>
        </pc:picChg>
        <pc:picChg chg="add mod">
          <ac:chgData name="Sebastian Schulz" userId="7b9eb8de-fba4-4de7-9449-93f55919c255" providerId="ADAL" clId="{2FA220FD-A00C-1E4A-8D4F-A6BB596EB501}" dt="2026-05-19T19:17:08.897" v="11500" actId="1076"/>
          <ac:picMkLst>
            <pc:docMk/>
            <pc:sldMk cId="4198164683" sldId="408"/>
            <ac:picMk id="9" creationId="{6B194414-E95F-7FEB-B8F3-90C514EF5575}"/>
          </ac:picMkLst>
        </pc:picChg>
      </pc:sldChg>
      <pc:sldChg chg="addSp delSp modSp add mod ord modShow">
        <pc:chgData name="Sebastian Schulz" userId="7b9eb8de-fba4-4de7-9449-93f55919c255" providerId="ADAL" clId="{2FA220FD-A00C-1E4A-8D4F-A6BB596EB501}" dt="2026-05-19T19:21:23.988" v="11527" actId="14100"/>
        <pc:sldMkLst>
          <pc:docMk/>
          <pc:sldMk cId="2860480255" sldId="409"/>
        </pc:sldMkLst>
        <pc:picChg chg="add del mod">
          <ac:chgData name="Sebastian Schulz" userId="7b9eb8de-fba4-4de7-9449-93f55919c255" providerId="ADAL" clId="{2FA220FD-A00C-1E4A-8D4F-A6BB596EB501}" dt="2026-05-19T19:20:46.221" v="11519" actId="478"/>
          <ac:picMkLst>
            <pc:docMk/>
            <pc:sldMk cId="2860480255" sldId="409"/>
            <ac:picMk id="3" creationId="{C6FC1373-30D5-5D01-FDE4-8EFE01F7B81D}"/>
          </ac:picMkLst>
        </pc:picChg>
        <pc:picChg chg="del mod">
          <ac:chgData name="Sebastian Schulz" userId="7b9eb8de-fba4-4de7-9449-93f55919c255" providerId="ADAL" clId="{2FA220FD-A00C-1E4A-8D4F-A6BB596EB501}" dt="2026-05-19T19:20:41.245" v="11517" actId="478"/>
          <ac:picMkLst>
            <pc:docMk/>
            <pc:sldMk cId="2860480255" sldId="409"/>
            <ac:picMk id="5" creationId="{8C6363E7-C41C-0A9D-8BE9-2175331918F4}"/>
          </ac:picMkLst>
        </pc:picChg>
        <pc:picChg chg="del">
          <ac:chgData name="Sebastian Schulz" userId="7b9eb8de-fba4-4de7-9449-93f55919c255" providerId="ADAL" clId="{2FA220FD-A00C-1E4A-8D4F-A6BB596EB501}" dt="2026-05-19T19:15:29.470" v="11484" actId="478"/>
          <ac:picMkLst>
            <pc:docMk/>
            <pc:sldMk cId="2860480255" sldId="409"/>
            <ac:picMk id="6" creationId="{7E24142D-4E25-922A-4A17-D3FDD127F445}"/>
          </ac:picMkLst>
        </pc:picChg>
        <pc:picChg chg="del">
          <ac:chgData name="Sebastian Schulz" userId="7b9eb8de-fba4-4de7-9449-93f55919c255" providerId="ADAL" clId="{2FA220FD-A00C-1E4A-8D4F-A6BB596EB501}" dt="2026-05-19T19:15:30.134" v="11485" actId="478"/>
          <ac:picMkLst>
            <pc:docMk/>
            <pc:sldMk cId="2860480255" sldId="409"/>
            <ac:picMk id="7" creationId="{5AE6A451-9BC1-6C69-50DB-6187B56038DB}"/>
          </ac:picMkLst>
        </pc:picChg>
        <pc:picChg chg="del mod">
          <ac:chgData name="Sebastian Schulz" userId="7b9eb8de-fba4-4de7-9449-93f55919c255" providerId="ADAL" clId="{2FA220FD-A00C-1E4A-8D4F-A6BB596EB501}" dt="2026-05-19T19:20:40.729" v="11516" actId="478"/>
          <ac:picMkLst>
            <pc:docMk/>
            <pc:sldMk cId="2860480255" sldId="409"/>
            <ac:picMk id="8" creationId="{F0A472E3-0A4D-9DBE-E806-DFBCF70D6B98}"/>
          </ac:picMkLst>
        </pc:picChg>
        <pc:picChg chg="add mod">
          <ac:chgData name="Sebastian Schulz" userId="7b9eb8de-fba4-4de7-9449-93f55919c255" providerId="ADAL" clId="{2FA220FD-A00C-1E4A-8D4F-A6BB596EB501}" dt="2026-05-19T19:21:23.988" v="11527" actId="14100"/>
          <ac:picMkLst>
            <pc:docMk/>
            <pc:sldMk cId="2860480255" sldId="409"/>
            <ac:picMk id="9" creationId="{1A18B3CD-C30C-F505-2897-3DB92A1E539F}"/>
          </ac:picMkLst>
        </pc:picChg>
        <pc:picChg chg="add mod">
          <ac:chgData name="Sebastian Schulz" userId="7b9eb8de-fba4-4de7-9449-93f55919c255" providerId="ADAL" clId="{2FA220FD-A00C-1E4A-8D4F-A6BB596EB501}" dt="2026-05-19T19:21:21.049" v="11526" actId="1076"/>
          <ac:picMkLst>
            <pc:docMk/>
            <pc:sldMk cId="2860480255" sldId="409"/>
            <ac:picMk id="10" creationId="{972F65F2-4E8B-BF80-CFFD-AB1DCB5CE78E}"/>
          </ac:picMkLst>
        </pc:picChg>
      </pc:sldChg>
      <pc:sldChg chg="delSp modSp add mod">
        <pc:chgData name="Sebastian Schulz" userId="7b9eb8de-fba4-4de7-9449-93f55919c255" providerId="ADAL" clId="{2FA220FD-A00C-1E4A-8D4F-A6BB596EB501}" dt="2026-05-19T19:20:54.430" v="11523" actId="1076"/>
        <pc:sldMkLst>
          <pc:docMk/>
          <pc:sldMk cId="2428919087" sldId="410"/>
        </pc:sldMkLst>
        <pc:picChg chg="mod">
          <ac:chgData name="Sebastian Schulz" userId="7b9eb8de-fba4-4de7-9449-93f55919c255" providerId="ADAL" clId="{2FA220FD-A00C-1E4A-8D4F-A6BB596EB501}" dt="2026-05-19T19:20:51.446" v="11521" actId="1076"/>
          <ac:picMkLst>
            <pc:docMk/>
            <pc:sldMk cId="2428919087" sldId="410"/>
            <ac:picMk id="3" creationId="{8DB5A70C-FEF4-952A-6B04-5B3BA6462336}"/>
          </ac:picMkLst>
        </pc:picChg>
        <pc:picChg chg="mod">
          <ac:chgData name="Sebastian Schulz" userId="7b9eb8de-fba4-4de7-9449-93f55919c255" providerId="ADAL" clId="{2FA220FD-A00C-1E4A-8D4F-A6BB596EB501}" dt="2026-05-19T19:20:54.430" v="11523" actId="1076"/>
          <ac:picMkLst>
            <pc:docMk/>
            <pc:sldMk cId="2428919087" sldId="410"/>
            <ac:picMk id="5" creationId="{B4A8BFF9-96A0-C361-C8FA-BF0FC00799E8}"/>
          </ac:picMkLst>
        </pc:picChg>
        <pc:picChg chg="mod">
          <ac:chgData name="Sebastian Schulz" userId="7b9eb8de-fba4-4de7-9449-93f55919c255" providerId="ADAL" clId="{2FA220FD-A00C-1E4A-8D4F-A6BB596EB501}" dt="2026-05-19T19:20:52.828" v="11522" actId="1076"/>
          <ac:picMkLst>
            <pc:docMk/>
            <pc:sldMk cId="2428919087" sldId="410"/>
            <ac:picMk id="8" creationId="{07A5A561-4E1A-9727-905C-F6D790DCCEE5}"/>
          </ac:picMkLst>
        </pc:picChg>
        <pc:picChg chg="del">
          <ac:chgData name="Sebastian Schulz" userId="7b9eb8de-fba4-4de7-9449-93f55919c255" providerId="ADAL" clId="{2FA220FD-A00C-1E4A-8D4F-A6BB596EB501}" dt="2026-05-19T19:20:49.654" v="11520" actId="478"/>
          <ac:picMkLst>
            <pc:docMk/>
            <pc:sldMk cId="2428919087" sldId="410"/>
            <ac:picMk id="9" creationId="{A34EE639-714F-0666-1ECA-00AE886F22B3}"/>
          </ac:picMkLst>
        </pc:picChg>
      </pc:sldChg>
      <pc:sldMasterChg chg="delSldLayout">
        <pc:chgData name="Sebastian Schulz" userId="7b9eb8de-fba4-4de7-9449-93f55919c255" providerId="ADAL" clId="{2FA220FD-A00C-1E4A-8D4F-A6BB596EB501}" dt="2026-05-16T23:29:35.945" v="7738" actId="2696"/>
        <pc:sldMasterMkLst>
          <pc:docMk/>
          <pc:sldMasterMk cId="39521906" sldId="2147483648"/>
        </pc:sldMasterMkLst>
        <pc:sldLayoutChg chg="del">
          <pc:chgData name="Sebastian Schulz" userId="7b9eb8de-fba4-4de7-9449-93f55919c255" providerId="ADAL" clId="{2FA220FD-A00C-1E4A-8D4F-A6BB596EB501}" dt="2026-05-16T23:29:35.945" v="7738" actId="2696"/>
          <pc:sldLayoutMkLst>
            <pc:docMk/>
            <pc:sldMasterMk cId="39521906" sldId="2147483648"/>
            <pc:sldLayoutMk cId="1041352165" sldId="2147483660"/>
          </pc:sldLayoutMkLst>
        </pc:sldLayoutChg>
      </pc:sldMasterChg>
    </pc:docChg>
  </pc:docChgLst>
  <pc:docChgLst>
    <pc:chgData name="Sebastian Schulz" userId="7b9eb8de-fba4-4de7-9449-93f55919c255" providerId="ADAL" clId="{1D6250A4-E3D4-E945-AE4C-F3A4204F181B}"/>
    <pc:docChg chg="undo custSel addSld delSld modSld sldOrd addSection modSection">
      <pc:chgData name="Sebastian Schulz" userId="7b9eb8de-fba4-4de7-9449-93f55919c255" providerId="ADAL" clId="{1D6250A4-E3D4-E945-AE4C-F3A4204F181B}" dt="2025-05-27T06:12:49.196" v="31506" actId="20577"/>
      <pc:docMkLst>
        <pc:docMk/>
      </pc:docMkLst>
      <pc:sldChg chg="addSp modSp mod">
        <pc:chgData name="Sebastian Schulz" userId="7b9eb8de-fba4-4de7-9449-93f55919c255" providerId="ADAL" clId="{1D6250A4-E3D4-E945-AE4C-F3A4204F181B}" dt="2025-05-20T20:33:59.565" v="10467" actId="20577"/>
        <pc:sldMkLst>
          <pc:docMk/>
          <pc:sldMk cId="759061580" sldId="256"/>
        </pc:sldMkLst>
        <pc:spChg chg="mod">
          <ac:chgData name="Sebastian Schulz" userId="7b9eb8de-fba4-4de7-9449-93f55919c255" providerId="ADAL" clId="{1D6250A4-E3D4-E945-AE4C-F3A4204F181B}" dt="2025-05-20T20:31:31.675" v="10342" actId="20577"/>
          <ac:spMkLst>
            <pc:docMk/>
            <pc:sldMk cId="759061580" sldId="256"/>
            <ac:spMk id="2" creationId="{0DBEC2B9-5BE0-C03A-2D30-757806D7AA5F}"/>
          </ac:spMkLst>
        </pc:spChg>
        <pc:spChg chg="mod">
          <ac:chgData name="Sebastian Schulz" userId="7b9eb8de-fba4-4de7-9449-93f55919c255" providerId="ADAL" clId="{1D6250A4-E3D4-E945-AE4C-F3A4204F181B}" dt="2025-05-20T20:33:59.565" v="10467" actId="20577"/>
          <ac:spMkLst>
            <pc:docMk/>
            <pc:sldMk cId="759061580" sldId="256"/>
            <ac:spMk id="3" creationId="{277E56CB-E291-66C2-1671-DE0A5C5EA403}"/>
          </ac:spMkLst>
        </pc:spChg>
        <pc:spChg chg="add mod">
          <ac:chgData name="Sebastian Schulz" userId="7b9eb8de-fba4-4de7-9449-93f55919c255" providerId="ADAL" clId="{1D6250A4-E3D4-E945-AE4C-F3A4204F181B}" dt="2025-05-20T20:32:01.064" v="10360" actId="14100"/>
          <ac:spMkLst>
            <pc:docMk/>
            <pc:sldMk cId="759061580" sldId="256"/>
            <ac:spMk id="5" creationId="{20F3FC98-7FB4-6528-B13C-5D6D29FC2EA8}"/>
          </ac:spMkLst>
        </pc:spChg>
      </pc:sldChg>
      <pc:sldChg chg="addSp delSp modSp mod ord modShow">
        <pc:chgData name="Sebastian Schulz" userId="7b9eb8de-fba4-4de7-9449-93f55919c255" providerId="ADAL" clId="{1D6250A4-E3D4-E945-AE4C-F3A4204F181B}" dt="2025-05-25T17:19:02.739" v="27588" actId="20578"/>
        <pc:sldMkLst>
          <pc:docMk/>
          <pc:sldMk cId="501335874" sldId="257"/>
        </pc:sldMkLst>
        <pc:spChg chg="del">
          <ac:chgData name="Sebastian Schulz" userId="7b9eb8de-fba4-4de7-9449-93f55919c255" providerId="ADAL" clId="{1D6250A4-E3D4-E945-AE4C-F3A4204F181B}" dt="2025-05-01T10:21:31.092" v="1664" actId="478"/>
          <ac:spMkLst>
            <pc:docMk/>
            <pc:sldMk cId="501335874" sldId="257"/>
            <ac:spMk id="3" creationId="{33E31A4C-202C-1159-A02F-45582CEC7F1A}"/>
          </ac:spMkLst>
        </pc:spChg>
        <pc:spChg chg="add mod">
          <ac:chgData name="Sebastian Schulz" userId="7b9eb8de-fba4-4de7-9449-93f55919c255" providerId="ADAL" clId="{1D6250A4-E3D4-E945-AE4C-F3A4204F181B}" dt="2025-05-01T10:27:40.260" v="1680" actId="1076"/>
          <ac:spMkLst>
            <pc:docMk/>
            <pc:sldMk cId="501335874" sldId="257"/>
            <ac:spMk id="6" creationId="{C3BE50FE-9AD5-C336-6BFA-0BE8699AD35B}"/>
          </ac:spMkLst>
        </pc:spChg>
        <pc:picChg chg="add mod">
          <ac:chgData name="Sebastian Schulz" userId="7b9eb8de-fba4-4de7-9449-93f55919c255" providerId="ADAL" clId="{1D6250A4-E3D4-E945-AE4C-F3A4204F181B}" dt="2025-05-01T10:26:55.277" v="1671" actId="1076"/>
          <ac:picMkLst>
            <pc:docMk/>
            <pc:sldMk cId="501335874" sldId="257"/>
            <ac:picMk id="1026" creationId="{48883D7F-34A3-3E99-7420-B2E54DDED2B5}"/>
          </ac:picMkLst>
        </pc:picChg>
      </pc:sldChg>
      <pc:sldChg chg="addSp delSp modSp mod setBg">
        <pc:chgData name="Sebastian Schulz" userId="7b9eb8de-fba4-4de7-9449-93f55919c255" providerId="ADAL" clId="{1D6250A4-E3D4-E945-AE4C-F3A4204F181B}" dt="2025-05-22T13:31:31.801" v="13415" actId="1076"/>
        <pc:sldMkLst>
          <pc:docMk/>
          <pc:sldMk cId="1336506804" sldId="258"/>
        </pc:sldMkLst>
        <pc:spChg chg="mod">
          <ac:chgData name="Sebastian Schulz" userId="7b9eb8de-fba4-4de7-9449-93f55919c255" providerId="ADAL" clId="{1D6250A4-E3D4-E945-AE4C-F3A4204F181B}" dt="2025-05-20T12:25:30.786" v="8358" actId="1076"/>
          <ac:spMkLst>
            <pc:docMk/>
            <pc:sldMk cId="1336506804" sldId="258"/>
            <ac:spMk id="2" creationId="{EA008783-0ABF-24E3-2F91-49661922BFDF}"/>
          </ac:spMkLst>
        </pc:spChg>
        <pc:spChg chg="del">
          <ac:chgData name="Sebastian Schulz" userId="7b9eb8de-fba4-4de7-9449-93f55919c255" providerId="ADAL" clId="{1D6250A4-E3D4-E945-AE4C-F3A4204F181B}" dt="2025-05-01T10:21:36.105" v="1665" actId="478"/>
          <ac:spMkLst>
            <pc:docMk/>
            <pc:sldMk cId="1336506804" sldId="258"/>
            <ac:spMk id="3" creationId="{B5C98670-8978-8E15-82B3-E8DB76FB6CC9}"/>
          </ac:spMkLst>
        </pc:spChg>
        <pc:spChg chg="mod ord">
          <ac:chgData name="Sebastian Schulz" userId="7b9eb8de-fba4-4de7-9449-93f55919c255" providerId="ADAL" clId="{1D6250A4-E3D4-E945-AE4C-F3A4204F181B}" dt="2025-05-01T10:34:02.580" v="1709" actId="26606"/>
          <ac:spMkLst>
            <pc:docMk/>
            <pc:sldMk cId="1336506804" sldId="258"/>
            <ac:spMk id="4" creationId="{BDF437AD-0ECE-4922-CACD-BDCC559ABB8F}"/>
          </ac:spMkLst>
        </pc:spChg>
        <pc:spChg chg="add mod">
          <ac:chgData name="Sebastian Schulz" userId="7b9eb8de-fba4-4de7-9449-93f55919c255" providerId="ADAL" clId="{1D6250A4-E3D4-E945-AE4C-F3A4204F181B}" dt="2025-05-22T13:31:31.801" v="13415" actId="1076"/>
          <ac:spMkLst>
            <pc:docMk/>
            <pc:sldMk cId="1336506804" sldId="258"/>
            <ac:spMk id="6" creationId="{2093BB3E-EF0D-D0B6-7766-F53E0E49B153}"/>
          </ac:spMkLst>
        </pc:spChg>
        <pc:spChg chg="add mod">
          <ac:chgData name="Sebastian Schulz" userId="7b9eb8de-fba4-4de7-9449-93f55919c255" providerId="ADAL" clId="{1D6250A4-E3D4-E945-AE4C-F3A4204F181B}" dt="2025-05-22T13:31:15.378" v="13408" actId="20577"/>
          <ac:spMkLst>
            <pc:docMk/>
            <pc:sldMk cId="1336506804" sldId="258"/>
            <ac:spMk id="7" creationId="{585A8302-2D04-589C-7C65-8FBB15339725}"/>
          </ac:spMkLst>
        </pc:spChg>
        <pc:spChg chg="add del">
          <ac:chgData name="Sebastian Schulz" userId="7b9eb8de-fba4-4de7-9449-93f55919c255" providerId="ADAL" clId="{1D6250A4-E3D4-E945-AE4C-F3A4204F181B}" dt="2025-05-01T10:34:02.580" v="1709" actId="26606"/>
          <ac:spMkLst>
            <pc:docMk/>
            <pc:sldMk cId="1336506804" sldId="258"/>
            <ac:spMk id="4103" creationId="{F0A604E4-7307-451C-93BE-F1F7E1BF3BF8}"/>
          </ac:spMkLst>
        </pc:spChg>
        <pc:spChg chg="add del">
          <ac:chgData name="Sebastian Schulz" userId="7b9eb8de-fba4-4de7-9449-93f55919c255" providerId="ADAL" clId="{1D6250A4-E3D4-E945-AE4C-F3A4204F181B}" dt="2025-05-01T10:34:02.580" v="1709" actId="26606"/>
          <ac:spMkLst>
            <pc:docMk/>
            <pc:sldMk cId="1336506804" sldId="258"/>
            <ac:spMk id="4105" creationId="{F7F3A0AA-35E5-4085-942B-737839030604}"/>
          </ac:spMkLst>
        </pc:spChg>
        <pc:spChg chg="add del">
          <ac:chgData name="Sebastian Schulz" userId="7b9eb8de-fba4-4de7-9449-93f55919c255" providerId="ADAL" clId="{1D6250A4-E3D4-E945-AE4C-F3A4204F181B}" dt="2025-05-01T10:34:02.580" v="1709" actId="26606"/>
          <ac:spMkLst>
            <pc:docMk/>
            <pc:sldMk cId="1336506804" sldId="258"/>
            <ac:spMk id="4107" creationId="{402F5C38-C747-4173-ABBF-656E39E82130}"/>
          </ac:spMkLst>
        </pc:spChg>
        <pc:spChg chg="add del">
          <ac:chgData name="Sebastian Schulz" userId="7b9eb8de-fba4-4de7-9449-93f55919c255" providerId="ADAL" clId="{1D6250A4-E3D4-E945-AE4C-F3A4204F181B}" dt="2025-05-01T10:34:02.580" v="1709" actId="26606"/>
          <ac:spMkLst>
            <pc:docMk/>
            <pc:sldMk cId="1336506804" sldId="258"/>
            <ac:spMk id="4109" creationId="{E37EECFC-A684-4391-AE85-4CDAF5565F61}"/>
          </ac:spMkLst>
        </pc:spChg>
        <pc:picChg chg="add mod">
          <ac:chgData name="Sebastian Schulz" userId="7b9eb8de-fba4-4de7-9449-93f55919c255" providerId="ADAL" clId="{1D6250A4-E3D4-E945-AE4C-F3A4204F181B}" dt="2025-05-01T10:41:01.727" v="2028" actId="1076"/>
          <ac:picMkLst>
            <pc:docMk/>
            <pc:sldMk cId="1336506804" sldId="258"/>
            <ac:picMk id="4098" creationId="{125FFA58-60E6-18D6-CA4F-E23662941A70}"/>
          </ac:picMkLst>
        </pc:picChg>
      </pc:sldChg>
      <pc:sldChg chg="modSp mod">
        <pc:chgData name="Sebastian Schulz" userId="7b9eb8de-fba4-4de7-9449-93f55919c255" providerId="ADAL" clId="{1D6250A4-E3D4-E945-AE4C-F3A4204F181B}" dt="2025-05-25T17:17:40.843" v="27585" actId="20577"/>
        <pc:sldMkLst>
          <pc:docMk/>
          <pc:sldMk cId="1482843614" sldId="259"/>
        </pc:sldMkLst>
        <pc:spChg chg="mod">
          <ac:chgData name="Sebastian Schulz" userId="7b9eb8de-fba4-4de7-9449-93f55919c255" providerId="ADAL" clId="{1D6250A4-E3D4-E945-AE4C-F3A4204F181B}" dt="2025-05-20T12:25:53.096" v="8370" actId="20577"/>
          <ac:spMkLst>
            <pc:docMk/>
            <pc:sldMk cId="1482843614" sldId="259"/>
            <ac:spMk id="2" creationId="{4F151F23-BFCF-8979-D9B0-0BE6E80ADA26}"/>
          </ac:spMkLst>
        </pc:spChg>
        <pc:spChg chg="mod">
          <ac:chgData name="Sebastian Schulz" userId="7b9eb8de-fba4-4de7-9449-93f55919c255" providerId="ADAL" clId="{1D6250A4-E3D4-E945-AE4C-F3A4204F181B}" dt="2025-05-25T17:17:40.843" v="27585" actId="20577"/>
          <ac:spMkLst>
            <pc:docMk/>
            <pc:sldMk cId="1482843614" sldId="259"/>
            <ac:spMk id="3" creationId="{A255008D-1BE7-F4BB-BF48-34E0AF6C5923}"/>
          </ac:spMkLst>
        </pc:spChg>
      </pc:sldChg>
      <pc:sldChg chg="addSp delSp modSp mod">
        <pc:chgData name="Sebastian Schulz" userId="7b9eb8de-fba4-4de7-9449-93f55919c255" providerId="ADAL" clId="{1D6250A4-E3D4-E945-AE4C-F3A4204F181B}" dt="2025-05-22T14:10:38.098" v="14866" actId="21"/>
        <pc:sldMkLst>
          <pc:docMk/>
          <pc:sldMk cId="4085251151" sldId="260"/>
        </pc:sldMkLst>
        <pc:spChg chg="mod">
          <ac:chgData name="Sebastian Schulz" userId="7b9eb8de-fba4-4de7-9449-93f55919c255" providerId="ADAL" clId="{1D6250A4-E3D4-E945-AE4C-F3A4204F181B}" dt="2025-05-20T12:25:48.332" v="8361" actId="1076"/>
          <ac:spMkLst>
            <pc:docMk/>
            <pc:sldMk cId="4085251151" sldId="260"/>
            <ac:spMk id="2" creationId="{09A1903B-6E7E-61E3-DDCC-3D847BDDFF89}"/>
          </ac:spMkLst>
        </pc:spChg>
        <pc:spChg chg="del">
          <ac:chgData name="Sebastian Schulz" userId="7b9eb8de-fba4-4de7-9449-93f55919c255" providerId="ADAL" clId="{1D6250A4-E3D4-E945-AE4C-F3A4204F181B}" dt="2025-04-30T20:04:18.117" v="635" actId="478"/>
          <ac:spMkLst>
            <pc:docMk/>
            <pc:sldMk cId="4085251151" sldId="260"/>
            <ac:spMk id="3" creationId="{8B6EBB53-78FE-946A-6EC2-BD1C5ECC28D2}"/>
          </ac:spMkLst>
        </pc:spChg>
        <pc:spChg chg="add mod">
          <ac:chgData name="Sebastian Schulz" userId="7b9eb8de-fba4-4de7-9449-93f55919c255" providerId="ADAL" clId="{1D6250A4-E3D4-E945-AE4C-F3A4204F181B}" dt="2025-05-22T14:10:38.098" v="14866" actId="21"/>
          <ac:spMkLst>
            <pc:docMk/>
            <pc:sldMk cId="4085251151" sldId="260"/>
            <ac:spMk id="5" creationId="{68281A67-C2BE-7F96-0EB8-065CA727BEA9}"/>
          </ac:spMkLst>
        </pc:spChg>
        <pc:spChg chg="add mod">
          <ac:chgData name="Sebastian Schulz" userId="7b9eb8de-fba4-4de7-9449-93f55919c255" providerId="ADAL" clId="{1D6250A4-E3D4-E945-AE4C-F3A4204F181B}" dt="2025-05-01T10:53:39.265" v="2362" actId="1076"/>
          <ac:spMkLst>
            <pc:docMk/>
            <pc:sldMk cId="4085251151" sldId="260"/>
            <ac:spMk id="6" creationId="{4E6E7D2C-A7FF-07FE-1847-B16C55525FBB}"/>
          </ac:spMkLst>
        </pc:spChg>
        <pc:picChg chg="add mod modCrop">
          <ac:chgData name="Sebastian Schulz" userId="7b9eb8de-fba4-4de7-9449-93f55919c255" providerId="ADAL" clId="{1D6250A4-E3D4-E945-AE4C-F3A4204F181B}" dt="2025-05-16T10:14:12.266" v="5399" actId="732"/>
          <ac:picMkLst>
            <pc:docMk/>
            <pc:sldMk cId="4085251151" sldId="260"/>
            <ac:picMk id="7" creationId="{0E3A66B3-ABBE-D83D-F3E9-EBE046A7F73F}"/>
          </ac:picMkLst>
        </pc:picChg>
      </pc:sldChg>
      <pc:sldChg chg="addSp delSp modSp mod modCm">
        <pc:chgData name="Sebastian Schulz" userId="7b9eb8de-fba4-4de7-9449-93f55919c255" providerId="ADAL" clId="{1D6250A4-E3D4-E945-AE4C-F3A4204F181B}" dt="2025-05-25T17:25:01.547" v="27694" actId="20577"/>
        <pc:sldMkLst>
          <pc:docMk/>
          <pc:sldMk cId="4021738019" sldId="261"/>
        </pc:sldMkLst>
        <pc:spChg chg="mod">
          <ac:chgData name="Sebastian Schulz" userId="7b9eb8de-fba4-4de7-9449-93f55919c255" providerId="ADAL" clId="{1D6250A4-E3D4-E945-AE4C-F3A4204F181B}" dt="2025-05-20T12:28:49.594" v="8402" actId="1076"/>
          <ac:spMkLst>
            <pc:docMk/>
            <pc:sldMk cId="4021738019" sldId="261"/>
            <ac:spMk id="2" creationId="{769B82C7-C14A-242B-F1A1-96E9586AC34A}"/>
          </ac:spMkLst>
        </pc:spChg>
        <pc:spChg chg="mod">
          <ac:chgData name="Sebastian Schulz" userId="7b9eb8de-fba4-4de7-9449-93f55919c255" providerId="ADAL" clId="{1D6250A4-E3D4-E945-AE4C-F3A4204F181B}" dt="2025-05-25T17:25:01.547" v="27694" actId="20577"/>
          <ac:spMkLst>
            <pc:docMk/>
            <pc:sldMk cId="4021738019" sldId="261"/>
            <ac:spMk id="3" creationId="{0C55BD78-BA33-CC78-71E5-6AACE73EB74A}"/>
          </ac:spMkLst>
        </pc:spChg>
        <pc:spChg chg="add del mod">
          <ac:chgData name="Sebastian Schulz" userId="7b9eb8de-fba4-4de7-9449-93f55919c255" providerId="ADAL" clId="{1D6250A4-E3D4-E945-AE4C-F3A4204F181B}" dt="2025-05-21T11:53:01.661" v="13013"/>
          <ac:spMkLst>
            <pc:docMk/>
            <pc:sldMk cId="4021738019" sldId="261"/>
            <ac:spMk id="5" creationId="{90FC0E4E-EFFB-61A4-4D95-43DC95D918D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ebastian Schulz" userId="7b9eb8de-fba4-4de7-9449-93f55919c255" providerId="ADAL" clId="{1D6250A4-E3D4-E945-AE4C-F3A4204F181B}" dt="2025-05-23T23:32:31.414" v="20345" actId="20577"/>
              <pc2:cmMkLst xmlns:pc2="http://schemas.microsoft.com/office/powerpoint/2019/9/main/command">
                <pc:docMk/>
                <pc:sldMk cId="4021738019" sldId="261"/>
                <pc2:cmMk id="{5725F7BD-3B2A-D845-BDC0-F1EE5140BFCA}"/>
              </pc2:cmMkLst>
            </pc226:cmChg>
          </p:ext>
        </pc:extLst>
      </pc:sldChg>
      <pc:sldChg chg="addSp delSp modSp mod ord">
        <pc:chgData name="Sebastian Schulz" userId="7b9eb8de-fba4-4de7-9449-93f55919c255" providerId="ADAL" clId="{1D6250A4-E3D4-E945-AE4C-F3A4204F181B}" dt="2025-05-25T15:20:00.253" v="27329" actId="20578"/>
        <pc:sldMkLst>
          <pc:docMk/>
          <pc:sldMk cId="30791385" sldId="262"/>
        </pc:sldMkLst>
        <pc:spChg chg="mod">
          <ac:chgData name="Sebastian Schulz" userId="7b9eb8de-fba4-4de7-9449-93f55919c255" providerId="ADAL" clId="{1D6250A4-E3D4-E945-AE4C-F3A4204F181B}" dt="2025-05-15T23:46:52.740" v="4732" actId="1076"/>
          <ac:spMkLst>
            <pc:docMk/>
            <pc:sldMk cId="30791385" sldId="262"/>
            <ac:spMk id="2" creationId="{8CF9E829-0A45-5464-FA27-B8615A682CF8}"/>
          </ac:spMkLst>
        </pc:spChg>
        <pc:spChg chg="add mod">
          <ac:chgData name="Sebastian Schulz" userId="7b9eb8de-fba4-4de7-9449-93f55919c255" providerId="ADAL" clId="{1D6250A4-E3D4-E945-AE4C-F3A4204F181B}" dt="2025-05-16T00:00:45.314" v="5224" actId="12"/>
          <ac:spMkLst>
            <pc:docMk/>
            <pc:sldMk cId="30791385" sldId="262"/>
            <ac:spMk id="3" creationId="{520462AA-50A1-F926-B3D6-3B4001D86A7F}"/>
          </ac:spMkLst>
        </pc:spChg>
        <pc:spChg chg="add mod">
          <ac:chgData name="Sebastian Schulz" userId="7b9eb8de-fba4-4de7-9449-93f55919c255" providerId="ADAL" clId="{1D6250A4-E3D4-E945-AE4C-F3A4204F181B}" dt="2025-05-20T17:29:34.840" v="9282" actId="13926"/>
          <ac:spMkLst>
            <pc:docMk/>
            <pc:sldMk cId="30791385" sldId="262"/>
            <ac:spMk id="5" creationId="{A6A82DC7-5289-448B-32D8-982DE174762B}"/>
          </ac:spMkLst>
        </pc:spChg>
        <pc:spChg chg="add mod">
          <ac:chgData name="Sebastian Schulz" userId="7b9eb8de-fba4-4de7-9449-93f55919c255" providerId="ADAL" clId="{1D6250A4-E3D4-E945-AE4C-F3A4204F181B}" dt="2025-05-20T17:29:41.308" v="9286" actId="1076"/>
          <ac:spMkLst>
            <pc:docMk/>
            <pc:sldMk cId="30791385" sldId="262"/>
            <ac:spMk id="6" creationId="{A5744909-19BE-829F-5A5B-DC2045DFF6C5}"/>
          </ac:spMkLst>
        </pc:spChg>
        <pc:spChg chg="add del mod">
          <ac:chgData name="Sebastian Schulz" userId="7b9eb8de-fba4-4de7-9449-93f55919c255" providerId="ADAL" clId="{1D6250A4-E3D4-E945-AE4C-F3A4204F181B}" dt="2025-05-15T23:48:53.728" v="4864" actId="478"/>
          <ac:spMkLst>
            <pc:docMk/>
            <pc:sldMk cId="30791385" sldId="262"/>
            <ac:spMk id="7" creationId="{D1B6B534-02BE-4017-6962-D747CFAE0B95}"/>
          </ac:spMkLst>
        </pc:spChg>
        <pc:spChg chg="add mod">
          <ac:chgData name="Sebastian Schulz" userId="7b9eb8de-fba4-4de7-9449-93f55919c255" providerId="ADAL" clId="{1D6250A4-E3D4-E945-AE4C-F3A4204F181B}" dt="2025-05-16T00:03:07.607" v="5239" actId="1076"/>
          <ac:spMkLst>
            <pc:docMk/>
            <pc:sldMk cId="30791385" sldId="262"/>
            <ac:spMk id="9" creationId="{2D38D12F-83E5-1F2D-F300-FCA2D6AB5872}"/>
          </ac:spMkLst>
        </pc:spChg>
        <pc:spChg chg="mod">
          <ac:chgData name="Sebastian Schulz" userId="7b9eb8de-fba4-4de7-9449-93f55919c255" providerId="ADAL" clId="{1D6250A4-E3D4-E945-AE4C-F3A4204F181B}" dt="2025-05-19T16:53:24.891" v="8026" actId="1076"/>
          <ac:spMkLst>
            <pc:docMk/>
            <pc:sldMk cId="30791385" sldId="262"/>
            <ac:spMk id="10" creationId="{5668FB0F-F735-870A-56B5-9601529F6A80}"/>
          </ac:spMkLst>
        </pc:spChg>
        <pc:spChg chg="add mod">
          <ac:chgData name="Sebastian Schulz" userId="7b9eb8de-fba4-4de7-9449-93f55919c255" providerId="ADAL" clId="{1D6250A4-E3D4-E945-AE4C-F3A4204F181B}" dt="2025-05-16T00:02:57.672" v="5237" actId="1076"/>
          <ac:spMkLst>
            <pc:docMk/>
            <pc:sldMk cId="30791385" sldId="262"/>
            <ac:spMk id="11" creationId="{DB825C8F-1B04-1EEE-6B73-A583DF26109A}"/>
          </ac:spMkLst>
        </pc:spChg>
        <pc:spChg chg="add mod">
          <ac:chgData name="Sebastian Schulz" userId="7b9eb8de-fba4-4de7-9449-93f55919c255" providerId="ADAL" clId="{1D6250A4-E3D4-E945-AE4C-F3A4204F181B}" dt="2025-05-16T00:01:51.246" v="5232" actId="207"/>
          <ac:spMkLst>
            <pc:docMk/>
            <pc:sldMk cId="30791385" sldId="262"/>
            <ac:spMk id="12" creationId="{023245F1-C093-68C2-7583-29AF62EC2C3E}"/>
          </ac:spMkLst>
        </pc:spChg>
        <pc:spChg chg="add mod">
          <ac:chgData name="Sebastian Schulz" userId="7b9eb8de-fba4-4de7-9449-93f55919c255" providerId="ADAL" clId="{1D6250A4-E3D4-E945-AE4C-F3A4204F181B}" dt="2025-05-15T23:57:07.127" v="5137" actId="1076"/>
          <ac:spMkLst>
            <pc:docMk/>
            <pc:sldMk cId="30791385" sldId="262"/>
            <ac:spMk id="13" creationId="{E9787B4D-A7E0-1BF5-106F-CD557C9D5DCE}"/>
          </ac:spMkLst>
        </pc:spChg>
        <pc:spChg chg="add mod">
          <ac:chgData name="Sebastian Schulz" userId="7b9eb8de-fba4-4de7-9449-93f55919c255" providerId="ADAL" clId="{1D6250A4-E3D4-E945-AE4C-F3A4204F181B}" dt="2025-05-16T00:00:36.792" v="5223" actId="1076"/>
          <ac:spMkLst>
            <pc:docMk/>
            <pc:sldMk cId="30791385" sldId="262"/>
            <ac:spMk id="14" creationId="{8DB3B09A-B5D8-C70D-B5D5-8C00A009EC2A}"/>
          </ac:spMkLst>
        </pc:spChg>
        <pc:spChg chg="add mod">
          <ac:chgData name="Sebastian Schulz" userId="7b9eb8de-fba4-4de7-9449-93f55919c255" providerId="ADAL" clId="{1D6250A4-E3D4-E945-AE4C-F3A4204F181B}" dt="2025-05-15T23:59:24.910" v="5211" actId="1076"/>
          <ac:spMkLst>
            <pc:docMk/>
            <pc:sldMk cId="30791385" sldId="262"/>
            <ac:spMk id="15" creationId="{FA717414-0CF2-1F86-369B-063D36D0FF53}"/>
          </ac:spMkLst>
        </pc:spChg>
        <pc:spChg chg="add mod">
          <ac:chgData name="Sebastian Schulz" userId="7b9eb8de-fba4-4de7-9449-93f55919c255" providerId="ADAL" clId="{1D6250A4-E3D4-E945-AE4C-F3A4204F181B}" dt="2025-05-16T00:00:30.541" v="5222" actId="1076"/>
          <ac:spMkLst>
            <pc:docMk/>
            <pc:sldMk cId="30791385" sldId="262"/>
            <ac:spMk id="16" creationId="{75E194F8-EFB1-138C-95D1-6E8A2593C1CF}"/>
          </ac:spMkLst>
        </pc:spChg>
        <pc:spChg chg="add del mod">
          <ac:chgData name="Sebastian Schulz" userId="7b9eb8de-fba4-4de7-9449-93f55919c255" providerId="ADAL" clId="{1D6250A4-E3D4-E945-AE4C-F3A4204F181B}" dt="2025-05-15T23:55:48.348" v="5118" actId="478"/>
          <ac:spMkLst>
            <pc:docMk/>
            <pc:sldMk cId="30791385" sldId="262"/>
            <ac:spMk id="17" creationId="{15E27EDA-5A1D-A8E4-79F7-765B251F8D2E}"/>
          </ac:spMkLst>
        </pc:spChg>
        <pc:spChg chg="add mod">
          <ac:chgData name="Sebastian Schulz" userId="7b9eb8de-fba4-4de7-9449-93f55919c255" providerId="ADAL" clId="{1D6250A4-E3D4-E945-AE4C-F3A4204F181B}" dt="2025-05-15T23:57:01.961" v="5136" actId="1076"/>
          <ac:spMkLst>
            <pc:docMk/>
            <pc:sldMk cId="30791385" sldId="262"/>
            <ac:spMk id="18" creationId="{070E882C-88C2-8045-8F43-20DB6D2D00B3}"/>
          </ac:spMkLst>
        </pc:spChg>
        <pc:spChg chg="add mod">
          <ac:chgData name="Sebastian Schulz" userId="7b9eb8de-fba4-4de7-9449-93f55919c255" providerId="ADAL" clId="{1D6250A4-E3D4-E945-AE4C-F3A4204F181B}" dt="2025-05-15T23:56:57.778" v="5135" actId="1076"/>
          <ac:spMkLst>
            <pc:docMk/>
            <pc:sldMk cId="30791385" sldId="262"/>
            <ac:spMk id="19" creationId="{92895798-008B-CEEA-AE6F-A65D3EEFC8C7}"/>
          </ac:spMkLst>
        </pc:spChg>
        <pc:spChg chg="add mod">
          <ac:chgData name="Sebastian Schulz" userId="7b9eb8de-fba4-4de7-9449-93f55919c255" providerId="ADAL" clId="{1D6250A4-E3D4-E945-AE4C-F3A4204F181B}" dt="2025-05-15T23:59:56.227" v="5215" actId="688"/>
          <ac:spMkLst>
            <pc:docMk/>
            <pc:sldMk cId="30791385" sldId="262"/>
            <ac:spMk id="20" creationId="{E54E50F6-C1B5-94FD-B49B-2A969B0D6CEA}"/>
          </ac:spMkLst>
        </pc:spChg>
        <pc:spChg chg="add mod">
          <ac:chgData name="Sebastian Schulz" userId="7b9eb8de-fba4-4de7-9449-93f55919c255" providerId="ADAL" clId="{1D6250A4-E3D4-E945-AE4C-F3A4204F181B}" dt="2025-05-15T23:59:27.752" v="5212" actId="1076"/>
          <ac:spMkLst>
            <pc:docMk/>
            <pc:sldMk cId="30791385" sldId="262"/>
            <ac:spMk id="21" creationId="{F4F5E301-50D5-687F-5C29-20420D00287B}"/>
          </ac:spMkLst>
        </pc:spChg>
        <pc:picChg chg="mod">
          <ac:chgData name="Sebastian Schulz" userId="7b9eb8de-fba4-4de7-9449-93f55919c255" providerId="ADAL" clId="{1D6250A4-E3D4-E945-AE4C-F3A4204F181B}" dt="2025-05-01T11:14:56.317" v="3361" actId="1076"/>
          <ac:picMkLst>
            <pc:docMk/>
            <pc:sldMk cId="30791385" sldId="262"/>
            <ac:picMk id="8" creationId="{AA970CBA-6EBC-EF65-7C32-FF55F8B64A46}"/>
          </ac:picMkLst>
        </pc:picChg>
      </pc:sldChg>
      <pc:sldChg chg="addSp delSp modSp mod ord modCm">
        <pc:chgData name="Sebastian Schulz" userId="7b9eb8de-fba4-4de7-9449-93f55919c255" providerId="ADAL" clId="{1D6250A4-E3D4-E945-AE4C-F3A4204F181B}" dt="2025-05-26T17:57:40.718" v="30013" actId="14100"/>
        <pc:sldMkLst>
          <pc:docMk/>
          <pc:sldMk cId="3060244413" sldId="263"/>
        </pc:sldMkLst>
        <pc:spChg chg="mod">
          <ac:chgData name="Sebastian Schulz" userId="7b9eb8de-fba4-4de7-9449-93f55919c255" providerId="ADAL" clId="{1D6250A4-E3D4-E945-AE4C-F3A4204F181B}" dt="2025-05-21T09:31:52.081" v="11819" actId="20577"/>
          <ac:spMkLst>
            <pc:docMk/>
            <pc:sldMk cId="3060244413" sldId="263"/>
            <ac:spMk id="2" creationId="{843DCD59-987E-8451-29AD-816690E1CFB9}"/>
          </ac:spMkLst>
        </pc:spChg>
        <pc:spChg chg="add mod">
          <ac:chgData name="Sebastian Schulz" userId="7b9eb8de-fba4-4de7-9449-93f55919c255" providerId="ADAL" clId="{1D6250A4-E3D4-E945-AE4C-F3A4204F181B}" dt="2025-05-26T17:57:40.718" v="30013" actId="14100"/>
          <ac:spMkLst>
            <pc:docMk/>
            <pc:sldMk cId="3060244413" sldId="263"/>
            <ac:spMk id="3" creationId="{4D43072C-F8FC-C812-871C-9574BACB54E3}"/>
          </ac:spMkLst>
        </pc:spChg>
        <pc:spChg chg="del">
          <ac:chgData name="Sebastian Schulz" userId="7b9eb8de-fba4-4de7-9449-93f55919c255" providerId="ADAL" clId="{1D6250A4-E3D4-E945-AE4C-F3A4204F181B}" dt="2025-05-15T23:36:34.642" v="4184" actId="478"/>
          <ac:spMkLst>
            <pc:docMk/>
            <pc:sldMk cId="3060244413" sldId="263"/>
            <ac:spMk id="3" creationId="{534C6E2D-7F5F-DC2A-A275-DF7C4E428B57}"/>
          </ac:spMkLst>
        </pc:spChg>
        <pc:spChg chg="add mod">
          <ac:chgData name="Sebastian Schulz" userId="7b9eb8de-fba4-4de7-9449-93f55919c255" providerId="ADAL" clId="{1D6250A4-E3D4-E945-AE4C-F3A4204F181B}" dt="2025-05-21T09:47:24.334" v="12750" actId="1038"/>
          <ac:spMkLst>
            <pc:docMk/>
            <pc:sldMk cId="3060244413" sldId="263"/>
            <ac:spMk id="5" creationId="{60590CBD-E7C4-68AF-1ABE-22391E6F48AA}"/>
          </ac:spMkLst>
        </pc:spChg>
        <pc:spChg chg="add del">
          <ac:chgData name="Sebastian Schulz" userId="7b9eb8de-fba4-4de7-9449-93f55919c255" providerId="ADAL" clId="{1D6250A4-E3D4-E945-AE4C-F3A4204F181B}" dt="2025-05-15T23:35:35.832" v="4179" actId="22"/>
          <ac:spMkLst>
            <pc:docMk/>
            <pc:sldMk cId="3060244413" sldId="263"/>
            <ac:spMk id="6" creationId="{16A67CBF-9FA5-C58C-3956-DEECAC40EA03}"/>
          </ac:spMkLst>
        </pc:spChg>
        <pc:spChg chg="add mod">
          <ac:chgData name="Sebastian Schulz" userId="7b9eb8de-fba4-4de7-9449-93f55919c255" providerId="ADAL" clId="{1D6250A4-E3D4-E945-AE4C-F3A4204F181B}" dt="2025-05-21T09:47:24.334" v="12750" actId="1038"/>
          <ac:spMkLst>
            <pc:docMk/>
            <pc:sldMk cId="3060244413" sldId="263"/>
            <ac:spMk id="6" creationId="{A3B459C5-65F6-7E7E-B903-10CE44B3D608}"/>
          </ac:spMkLst>
        </pc:spChg>
        <pc:spChg chg="add mod">
          <ac:chgData name="Sebastian Schulz" userId="7b9eb8de-fba4-4de7-9449-93f55919c255" providerId="ADAL" clId="{1D6250A4-E3D4-E945-AE4C-F3A4204F181B}" dt="2025-05-21T09:47:24.334" v="12750" actId="1038"/>
          <ac:spMkLst>
            <pc:docMk/>
            <pc:sldMk cId="3060244413" sldId="263"/>
            <ac:spMk id="7" creationId="{3BE2762D-F9A4-DCB2-F58C-CBCD986BA63E}"/>
          </ac:spMkLst>
        </pc:spChg>
        <pc:spChg chg="add del mod">
          <ac:chgData name="Sebastian Schulz" userId="7b9eb8de-fba4-4de7-9449-93f55919c255" providerId="ADAL" clId="{1D6250A4-E3D4-E945-AE4C-F3A4204F181B}" dt="2025-05-21T09:31:42.988" v="11786" actId="478"/>
          <ac:spMkLst>
            <pc:docMk/>
            <pc:sldMk cId="3060244413" sldId="263"/>
            <ac:spMk id="8" creationId="{5130FE1D-FA06-F6A7-CF55-51DBF2AEED8B}"/>
          </ac:spMkLst>
        </pc:spChg>
        <pc:spChg chg="add mod">
          <ac:chgData name="Sebastian Schulz" userId="7b9eb8de-fba4-4de7-9449-93f55919c255" providerId="ADAL" clId="{1D6250A4-E3D4-E945-AE4C-F3A4204F181B}" dt="2025-05-24T21:32:50.695" v="24189" actId="1076"/>
          <ac:spMkLst>
            <pc:docMk/>
            <pc:sldMk cId="3060244413" sldId="263"/>
            <ac:spMk id="8" creationId="{B9607476-0FB2-9B5D-5595-A5FD4B2F221A}"/>
          </ac:spMkLst>
        </pc:spChg>
        <pc:spChg chg="add mod">
          <ac:chgData name="Sebastian Schulz" userId="7b9eb8de-fba4-4de7-9449-93f55919c255" providerId="ADAL" clId="{1D6250A4-E3D4-E945-AE4C-F3A4204F181B}" dt="2025-05-24T21:32:59.079" v="24192" actId="1076"/>
          <ac:spMkLst>
            <pc:docMk/>
            <pc:sldMk cId="3060244413" sldId="263"/>
            <ac:spMk id="9" creationId="{324A1514-CA97-4640-AFBE-D6CE0C2DAF63}"/>
          </ac:spMkLst>
        </pc:spChg>
        <pc:spChg chg="del">
          <ac:chgData name="Sebastian Schulz" userId="7b9eb8de-fba4-4de7-9449-93f55919c255" providerId="ADAL" clId="{1D6250A4-E3D4-E945-AE4C-F3A4204F181B}" dt="2025-05-15T23:35:05.959" v="4177" actId="478"/>
          <ac:spMkLst>
            <pc:docMk/>
            <pc:sldMk cId="3060244413" sldId="263"/>
            <ac:spMk id="10" creationId="{7075AD52-BD38-8F4B-D936-410AB6649000}"/>
          </ac:spMkLst>
        </pc:spChg>
        <pc:spChg chg="add mod">
          <ac:chgData name="Sebastian Schulz" userId="7b9eb8de-fba4-4de7-9449-93f55919c255" providerId="ADAL" clId="{1D6250A4-E3D4-E945-AE4C-F3A4204F181B}" dt="2025-05-24T21:32:39.676" v="24186" actId="1038"/>
          <ac:spMkLst>
            <pc:docMk/>
            <pc:sldMk cId="3060244413" sldId="263"/>
            <ac:spMk id="10" creationId="{984D3E5C-85F6-2CAC-36A7-51E970073AF4}"/>
          </ac:spMkLst>
        </pc:spChg>
        <pc:spChg chg="add del mod">
          <ac:chgData name="Sebastian Schulz" userId="7b9eb8de-fba4-4de7-9449-93f55919c255" providerId="ADAL" clId="{1D6250A4-E3D4-E945-AE4C-F3A4204F181B}" dt="2025-05-21T09:31:41.062" v="11785" actId="478"/>
          <ac:spMkLst>
            <pc:docMk/>
            <pc:sldMk cId="3060244413" sldId="263"/>
            <ac:spMk id="11" creationId="{9D073539-6F4B-1AD2-85D5-A6CE7489AEB3}"/>
          </ac:spMkLst>
        </pc:spChg>
        <pc:spChg chg="add del mod">
          <ac:chgData name="Sebastian Schulz" userId="7b9eb8de-fba4-4de7-9449-93f55919c255" providerId="ADAL" clId="{1D6250A4-E3D4-E945-AE4C-F3A4204F181B}" dt="2025-05-24T21:32:45.373" v="24187" actId="478"/>
          <ac:spMkLst>
            <pc:docMk/>
            <pc:sldMk cId="3060244413" sldId="263"/>
            <ac:spMk id="12" creationId="{E5229A70-DA82-BCB0-4216-5F4C07917C6D}"/>
          </ac:spMkLst>
        </pc:spChg>
        <pc:spChg chg="add del mod">
          <ac:chgData name="Sebastian Schulz" userId="7b9eb8de-fba4-4de7-9449-93f55919c255" providerId="ADAL" clId="{1D6250A4-E3D4-E945-AE4C-F3A4204F181B}" dt="2025-05-24T21:32:53.293" v="24190" actId="478"/>
          <ac:spMkLst>
            <pc:docMk/>
            <pc:sldMk cId="3060244413" sldId="263"/>
            <ac:spMk id="13" creationId="{ADCA9907-1FE4-DF5E-EDCF-EAE273E9480E}"/>
          </ac:spMkLst>
        </pc:spChg>
        <pc:spChg chg="add mod">
          <ac:chgData name="Sebastian Schulz" userId="7b9eb8de-fba4-4de7-9449-93f55919c255" providerId="ADAL" clId="{1D6250A4-E3D4-E945-AE4C-F3A4204F181B}" dt="2025-05-21T09:48:27.459" v="12774" actId="14100"/>
          <ac:spMkLst>
            <pc:docMk/>
            <pc:sldMk cId="3060244413" sldId="263"/>
            <ac:spMk id="14" creationId="{E2760AD8-CA53-9AC3-A911-CB13E831517E}"/>
          </ac:spMkLst>
        </pc:spChg>
        <pc:spChg chg="add mod">
          <ac:chgData name="Sebastian Schulz" userId="7b9eb8de-fba4-4de7-9449-93f55919c255" providerId="ADAL" clId="{1D6250A4-E3D4-E945-AE4C-F3A4204F181B}" dt="2025-05-21T09:48:35.601" v="12775" actId="1076"/>
          <ac:spMkLst>
            <pc:docMk/>
            <pc:sldMk cId="3060244413" sldId="263"/>
            <ac:spMk id="15" creationId="{41CF7797-2643-72A6-F287-2A4141CC1968}"/>
          </ac:spMkLst>
        </pc:spChg>
        <pc:spChg chg="add mod">
          <ac:chgData name="Sebastian Schulz" userId="7b9eb8de-fba4-4de7-9449-93f55919c255" providerId="ADAL" clId="{1D6250A4-E3D4-E945-AE4C-F3A4204F181B}" dt="2025-05-21T09:47:24.334" v="12750" actId="1038"/>
          <ac:spMkLst>
            <pc:docMk/>
            <pc:sldMk cId="3060244413" sldId="263"/>
            <ac:spMk id="23" creationId="{A2446C47-DC5C-CC6D-1C86-677A1C6B1CBA}"/>
          </ac:spMkLst>
        </pc:spChg>
        <pc:spChg chg="add mod">
          <ac:chgData name="Sebastian Schulz" userId="7b9eb8de-fba4-4de7-9449-93f55919c255" providerId="ADAL" clId="{1D6250A4-E3D4-E945-AE4C-F3A4204F181B}" dt="2025-05-21T09:47:24.334" v="12750" actId="1038"/>
          <ac:spMkLst>
            <pc:docMk/>
            <pc:sldMk cId="3060244413" sldId="263"/>
            <ac:spMk id="26" creationId="{1F9A4694-E842-F506-DCD1-B4F069E5C33B}"/>
          </ac:spMkLst>
        </pc:spChg>
        <pc:spChg chg="add mod">
          <ac:chgData name="Sebastian Schulz" userId="7b9eb8de-fba4-4de7-9449-93f55919c255" providerId="ADAL" clId="{1D6250A4-E3D4-E945-AE4C-F3A4204F181B}" dt="2025-05-21T09:47:24.334" v="12750" actId="1038"/>
          <ac:spMkLst>
            <pc:docMk/>
            <pc:sldMk cId="3060244413" sldId="263"/>
            <ac:spMk id="28" creationId="{229C99F3-862C-D6D3-EF82-D57BA7A4E48A}"/>
          </ac:spMkLst>
        </pc:spChg>
        <pc:spChg chg="add mod">
          <ac:chgData name="Sebastian Schulz" userId="7b9eb8de-fba4-4de7-9449-93f55919c255" providerId="ADAL" clId="{1D6250A4-E3D4-E945-AE4C-F3A4204F181B}" dt="2025-05-21T09:48:15.233" v="12772" actId="1076"/>
          <ac:spMkLst>
            <pc:docMk/>
            <pc:sldMk cId="3060244413" sldId="263"/>
            <ac:spMk id="30" creationId="{9D2AACE3-7014-BC5D-6564-F564B94338B8}"/>
          </ac:spMkLst>
        </pc:spChg>
        <pc:picChg chg="add del mod">
          <ac:chgData name="Sebastian Schulz" userId="7b9eb8de-fba4-4de7-9449-93f55919c255" providerId="ADAL" clId="{1D6250A4-E3D4-E945-AE4C-F3A4204F181B}" dt="2025-05-21T09:31:39.731" v="11784" actId="478"/>
          <ac:picMkLst>
            <pc:docMk/>
            <pc:sldMk cId="3060244413" sldId="263"/>
            <ac:picMk id="9" creationId="{651BA022-ADAB-C394-12AE-5EA982849CE8}"/>
          </ac:picMkLst>
        </pc:picChg>
        <pc:picChg chg="add del mod">
          <ac:chgData name="Sebastian Schulz" userId="7b9eb8de-fba4-4de7-9449-93f55919c255" providerId="ADAL" clId="{1D6250A4-E3D4-E945-AE4C-F3A4204F181B}" dt="2025-05-21T09:31:43.823" v="11788" actId="478"/>
          <ac:picMkLst>
            <pc:docMk/>
            <pc:sldMk cId="3060244413" sldId="263"/>
            <ac:picMk id="3074" creationId="{45F01CD6-C0A2-2A37-7C7C-969192B2543B}"/>
          </ac:picMkLst>
        </pc:picChg>
        <pc:cxnChg chg="add mod">
          <ac:chgData name="Sebastian Schulz" userId="7b9eb8de-fba4-4de7-9449-93f55919c255" providerId="ADAL" clId="{1D6250A4-E3D4-E945-AE4C-F3A4204F181B}" dt="2025-05-21T09:47:24.334" v="12750" actId="1038"/>
          <ac:cxnSpMkLst>
            <pc:docMk/>
            <pc:sldMk cId="3060244413" sldId="263"/>
            <ac:cxnSpMk id="17" creationId="{0D6EC1E7-79D9-C944-7653-7361DB7657A9}"/>
          </ac:cxnSpMkLst>
        </pc:cxnChg>
        <pc:cxnChg chg="add mod">
          <ac:chgData name="Sebastian Schulz" userId="7b9eb8de-fba4-4de7-9449-93f55919c255" providerId="ADAL" clId="{1D6250A4-E3D4-E945-AE4C-F3A4204F181B}" dt="2025-05-21T09:47:24.334" v="12750" actId="1038"/>
          <ac:cxnSpMkLst>
            <pc:docMk/>
            <pc:sldMk cId="3060244413" sldId="263"/>
            <ac:cxnSpMk id="19" creationId="{8BD8F04A-FB33-0EFF-23BC-C6B978C7218D}"/>
          </ac:cxnSpMkLst>
        </pc:cxnChg>
        <pc:cxnChg chg="add mod">
          <ac:chgData name="Sebastian Schulz" userId="7b9eb8de-fba4-4de7-9449-93f55919c255" providerId="ADAL" clId="{1D6250A4-E3D4-E945-AE4C-F3A4204F181B}" dt="2025-05-21T09:47:24.334" v="12750" actId="1038"/>
          <ac:cxnSpMkLst>
            <pc:docMk/>
            <pc:sldMk cId="3060244413" sldId="263"/>
            <ac:cxnSpMk id="25" creationId="{00B01B03-DCCE-92A6-63DD-12F4E5881FB7}"/>
          </ac:cxnSpMkLst>
        </pc:cxnChg>
        <pc:cxnChg chg="add mod">
          <ac:chgData name="Sebastian Schulz" userId="7b9eb8de-fba4-4de7-9449-93f55919c255" providerId="ADAL" clId="{1D6250A4-E3D4-E945-AE4C-F3A4204F181B}" dt="2025-05-21T09:47:24.334" v="12750" actId="1038"/>
          <ac:cxnSpMkLst>
            <pc:docMk/>
            <pc:sldMk cId="3060244413" sldId="263"/>
            <ac:cxnSpMk id="27" creationId="{ACB18A56-C9C3-2ECB-4120-51FB85451128}"/>
          </ac:cxnSpMkLst>
        </pc:cxnChg>
        <pc:cxnChg chg="add mod">
          <ac:chgData name="Sebastian Schulz" userId="7b9eb8de-fba4-4de7-9449-93f55919c255" providerId="ADAL" clId="{1D6250A4-E3D4-E945-AE4C-F3A4204F181B}" dt="2025-05-21T09:47:24.334" v="12750" actId="1038"/>
          <ac:cxnSpMkLst>
            <pc:docMk/>
            <pc:sldMk cId="3060244413" sldId="263"/>
            <ac:cxnSpMk id="29" creationId="{3373B278-78A1-7410-3D2A-B49607762755}"/>
          </ac:cxnSpMkLst>
        </pc:cxnChg>
        <pc:cxnChg chg="add mod">
          <ac:chgData name="Sebastian Schulz" userId="7b9eb8de-fba4-4de7-9449-93f55919c255" providerId="ADAL" clId="{1D6250A4-E3D4-E945-AE4C-F3A4204F181B}" dt="2025-05-21T09:48:15.233" v="12772" actId="1076"/>
          <ac:cxnSpMkLst>
            <pc:docMk/>
            <pc:sldMk cId="3060244413" sldId="263"/>
            <ac:cxnSpMk id="31" creationId="{520C7997-B7AB-4998-C72E-724062A02F0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ebastian Schulz" userId="7b9eb8de-fba4-4de7-9449-93f55919c255" providerId="ADAL" clId="{1D6250A4-E3D4-E945-AE4C-F3A4204F181B}" dt="2025-05-26T17:57:10.315" v="30010" actId="20577"/>
              <pc2:cmMkLst xmlns:pc2="http://schemas.microsoft.com/office/powerpoint/2019/9/main/command">
                <pc:docMk/>
                <pc:sldMk cId="3060244413" sldId="263"/>
                <pc2:cmMk id="{556E3B00-BAE1-EA47-8888-146192B422E2}"/>
              </pc2:cmMkLst>
            </pc226:cmChg>
          </p:ext>
        </pc:extLst>
      </pc:sldChg>
      <pc:sldChg chg="delSp del mod">
        <pc:chgData name="Sebastian Schulz" userId="7b9eb8de-fba4-4de7-9449-93f55919c255" providerId="ADAL" clId="{1D6250A4-E3D4-E945-AE4C-F3A4204F181B}" dt="2025-05-20T17:32:22.096" v="9289" actId="2696"/>
        <pc:sldMkLst>
          <pc:docMk/>
          <pc:sldMk cId="3405284256" sldId="264"/>
        </pc:sldMkLst>
        <pc:spChg chg="del">
          <ac:chgData name="Sebastian Schulz" userId="7b9eb8de-fba4-4de7-9449-93f55919c255" providerId="ADAL" clId="{1D6250A4-E3D4-E945-AE4C-F3A4204F181B}" dt="2025-04-30T20:06:18.910" v="763" actId="478"/>
          <ac:spMkLst>
            <pc:docMk/>
            <pc:sldMk cId="3405284256" sldId="264"/>
            <ac:spMk id="10" creationId="{3CC84539-1166-A3DB-EE9C-2088C46A9D2D}"/>
          </ac:spMkLst>
        </pc:spChg>
      </pc:sldChg>
      <pc:sldChg chg="modSp mod">
        <pc:chgData name="Sebastian Schulz" userId="7b9eb8de-fba4-4de7-9449-93f55919c255" providerId="ADAL" clId="{1D6250A4-E3D4-E945-AE4C-F3A4204F181B}" dt="2025-05-26T17:12:57.693" v="29910" actId="113"/>
        <pc:sldMkLst>
          <pc:docMk/>
          <pc:sldMk cId="2092246918" sldId="265"/>
        </pc:sldMkLst>
        <pc:spChg chg="mod">
          <ac:chgData name="Sebastian Schulz" userId="7b9eb8de-fba4-4de7-9449-93f55919c255" providerId="ADAL" clId="{1D6250A4-E3D4-E945-AE4C-F3A4204F181B}" dt="2025-05-26T09:43:40.361" v="28580" actId="20577"/>
          <ac:spMkLst>
            <pc:docMk/>
            <pc:sldMk cId="2092246918" sldId="265"/>
            <ac:spMk id="2" creationId="{241C3B4E-6D24-78B7-4128-B3A37F8B5718}"/>
          </ac:spMkLst>
        </pc:spChg>
        <pc:spChg chg="mod">
          <ac:chgData name="Sebastian Schulz" userId="7b9eb8de-fba4-4de7-9449-93f55919c255" providerId="ADAL" clId="{1D6250A4-E3D4-E945-AE4C-F3A4204F181B}" dt="2025-05-26T17:12:57.693" v="29910" actId="113"/>
          <ac:spMkLst>
            <pc:docMk/>
            <pc:sldMk cId="2092246918" sldId="265"/>
            <ac:spMk id="3" creationId="{B049A46D-6D23-30AB-8FCD-03D3CB8064B2}"/>
          </ac:spMkLst>
        </pc:spChg>
      </pc:sldChg>
      <pc:sldChg chg="addSp delSp modSp mod">
        <pc:chgData name="Sebastian Schulz" userId="7b9eb8de-fba4-4de7-9449-93f55919c255" providerId="ADAL" clId="{1D6250A4-E3D4-E945-AE4C-F3A4204F181B}" dt="2025-05-25T17:30:15.290" v="27737" actId="14100"/>
        <pc:sldMkLst>
          <pc:docMk/>
          <pc:sldMk cId="1937930577" sldId="267"/>
        </pc:sldMkLst>
        <pc:spChg chg="mod">
          <ac:chgData name="Sebastian Schulz" userId="7b9eb8de-fba4-4de7-9449-93f55919c255" providerId="ADAL" clId="{1D6250A4-E3D4-E945-AE4C-F3A4204F181B}" dt="2025-05-22T13:59:31.402" v="14653" actId="1076"/>
          <ac:spMkLst>
            <pc:docMk/>
            <pc:sldMk cId="1937930577" sldId="267"/>
            <ac:spMk id="2" creationId="{E33B2D88-384A-FD84-23AE-78F373E672F8}"/>
          </ac:spMkLst>
        </pc:spChg>
        <pc:spChg chg="del">
          <ac:chgData name="Sebastian Schulz" userId="7b9eb8de-fba4-4de7-9449-93f55919c255" providerId="ADAL" clId="{1D6250A4-E3D4-E945-AE4C-F3A4204F181B}" dt="2025-05-01T14:48:41.636" v="3415" actId="478"/>
          <ac:spMkLst>
            <pc:docMk/>
            <pc:sldMk cId="1937930577" sldId="267"/>
            <ac:spMk id="3" creationId="{1D622E92-8119-E1BE-A34A-D1C819605547}"/>
          </ac:spMkLst>
        </pc:spChg>
        <pc:spChg chg="add mod">
          <ac:chgData name="Sebastian Schulz" userId="7b9eb8de-fba4-4de7-9449-93f55919c255" providerId="ADAL" clId="{1D6250A4-E3D4-E945-AE4C-F3A4204F181B}" dt="2025-05-25T17:30:15.290" v="27737" actId="14100"/>
          <ac:spMkLst>
            <pc:docMk/>
            <pc:sldMk cId="1937930577" sldId="267"/>
            <ac:spMk id="5" creationId="{3291595C-9FBD-AC54-B6CC-408D770EFDA5}"/>
          </ac:spMkLst>
        </pc:spChg>
      </pc:sldChg>
      <pc:sldChg chg="addSp delSp modSp mod ord modShow">
        <pc:chgData name="Sebastian Schulz" userId="7b9eb8de-fba4-4de7-9449-93f55919c255" providerId="ADAL" clId="{1D6250A4-E3D4-E945-AE4C-F3A4204F181B}" dt="2025-05-25T17:42:41.687" v="28135" actId="20578"/>
        <pc:sldMkLst>
          <pc:docMk/>
          <pc:sldMk cId="1219216670" sldId="268"/>
        </pc:sldMkLst>
        <pc:spChg chg="mod">
          <ac:chgData name="Sebastian Schulz" userId="7b9eb8de-fba4-4de7-9449-93f55919c255" providerId="ADAL" clId="{1D6250A4-E3D4-E945-AE4C-F3A4204F181B}" dt="2025-05-15T23:30:58.277" v="4001" actId="1076"/>
          <ac:spMkLst>
            <pc:docMk/>
            <pc:sldMk cId="1219216670" sldId="268"/>
            <ac:spMk id="2" creationId="{DDE82CFF-9392-1AF9-28B3-F265C2522F43}"/>
          </ac:spMkLst>
        </pc:spChg>
        <pc:spChg chg="del">
          <ac:chgData name="Sebastian Schulz" userId="7b9eb8de-fba4-4de7-9449-93f55919c255" providerId="ADAL" clId="{1D6250A4-E3D4-E945-AE4C-F3A4204F181B}" dt="2025-04-30T20:07:40.136" v="833" actId="478"/>
          <ac:spMkLst>
            <pc:docMk/>
            <pc:sldMk cId="1219216670" sldId="268"/>
            <ac:spMk id="3" creationId="{5BC79078-27A6-CABD-1C6A-4216E8487B9F}"/>
          </ac:spMkLst>
        </pc:spChg>
        <pc:spChg chg="add">
          <ac:chgData name="Sebastian Schulz" userId="7b9eb8de-fba4-4de7-9449-93f55919c255" providerId="ADAL" clId="{1D6250A4-E3D4-E945-AE4C-F3A4204F181B}" dt="2025-05-15T23:30:25.195" v="3996"/>
          <ac:spMkLst>
            <pc:docMk/>
            <pc:sldMk cId="1219216670" sldId="268"/>
            <ac:spMk id="5" creationId="{F62C02BF-5293-AC44-0CF8-4082DE6718F8}"/>
          </ac:spMkLst>
        </pc:spChg>
        <pc:spChg chg="add del mod">
          <ac:chgData name="Sebastian Schulz" userId="7b9eb8de-fba4-4de7-9449-93f55919c255" providerId="ADAL" clId="{1D6250A4-E3D4-E945-AE4C-F3A4204F181B}" dt="2025-05-15T23:31:39.138" v="4069" actId="478"/>
          <ac:spMkLst>
            <pc:docMk/>
            <pc:sldMk cId="1219216670" sldId="268"/>
            <ac:spMk id="6" creationId="{CE182F83-EC55-6789-67E4-2220F135BF3B}"/>
          </ac:spMkLst>
        </pc:spChg>
        <pc:spChg chg="add mod">
          <ac:chgData name="Sebastian Schulz" userId="7b9eb8de-fba4-4de7-9449-93f55919c255" providerId="ADAL" clId="{1D6250A4-E3D4-E945-AE4C-F3A4204F181B}" dt="2025-05-15T23:31:48.060" v="4075" actId="403"/>
          <ac:spMkLst>
            <pc:docMk/>
            <pc:sldMk cId="1219216670" sldId="268"/>
            <ac:spMk id="7" creationId="{F0B4908C-4918-E241-98FD-827B7673BE8D}"/>
          </ac:spMkLst>
        </pc:spChg>
        <pc:spChg chg="add mod">
          <ac:chgData name="Sebastian Schulz" userId="7b9eb8de-fba4-4de7-9449-93f55919c255" providerId="ADAL" clId="{1D6250A4-E3D4-E945-AE4C-F3A4204F181B}" dt="2025-05-15T23:31:21.188" v="4035" actId="207"/>
          <ac:spMkLst>
            <pc:docMk/>
            <pc:sldMk cId="1219216670" sldId="268"/>
            <ac:spMk id="9" creationId="{4DE8FD30-D64D-AE33-7598-4C4E110C2421}"/>
          </ac:spMkLst>
        </pc:spChg>
        <pc:spChg chg="add mod">
          <ac:chgData name="Sebastian Schulz" userId="7b9eb8de-fba4-4de7-9449-93f55919c255" providerId="ADAL" clId="{1D6250A4-E3D4-E945-AE4C-F3A4204F181B}" dt="2025-05-15T23:31:36.009" v="4068" actId="20577"/>
          <ac:spMkLst>
            <pc:docMk/>
            <pc:sldMk cId="1219216670" sldId="268"/>
            <ac:spMk id="10" creationId="{DDCA35F9-2A26-A2A8-7AE1-2034EC400009}"/>
          </ac:spMkLst>
        </pc:spChg>
        <pc:graphicFrameChg chg="add del mod modGraphic">
          <ac:chgData name="Sebastian Schulz" userId="7b9eb8de-fba4-4de7-9449-93f55919c255" providerId="ADAL" clId="{1D6250A4-E3D4-E945-AE4C-F3A4204F181B}" dt="2025-04-30T20:10:36.446" v="1077" actId="478"/>
          <ac:graphicFrameMkLst>
            <pc:docMk/>
            <pc:sldMk cId="1219216670" sldId="268"/>
            <ac:graphicFrameMk id="5" creationId="{1D889BE6-1055-452B-A7B2-7D564EEA8077}"/>
          </ac:graphicFrameMkLst>
        </pc:graphicFrameChg>
        <pc:picChg chg="add del mod">
          <ac:chgData name="Sebastian Schulz" userId="7b9eb8de-fba4-4de7-9449-93f55919c255" providerId="ADAL" clId="{1D6250A4-E3D4-E945-AE4C-F3A4204F181B}" dt="2025-05-01T11:57:42.493" v="3399" actId="478"/>
          <ac:picMkLst>
            <pc:docMk/>
            <pc:sldMk cId="1219216670" sldId="268"/>
            <ac:picMk id="3" creationId="{04C7062C-098E-5D30-CB2C-C6655DFDD14E}"/>
          </ac:picMkLst>
        </pc:picChg>
        <pc:picChg chg="add mod">
          <ac:chgData name="Sebastian Schulz" userId="7b9eb8de-fba4-4de7-9449-93f55919c255" providerId="ADAL" clId="{1D6250A4-E3D4-E945-AE4C-F3A4204F181B}" dt="2025-05-15T23:31:02.966" v="4006" actId="1036"/>
          <ac:picMkLst>
            <pc:docMk/>
            <pc:sldMk cId="1219216670" sldId="268"/>
            <ac:picMk id="3" creationId="{D14B8932-2DB4-75A8-A91B-710BA68DC66B}"/>
          </ac:picMkLst>
        </pc:picChg>
        <pc:picChg chg="add mod">
          <ac:chgData name="Sebastian Schulz" userId="7b9eb8de-fba4-4de7-9449-93f55919c255" providerId="ADAL" clId="{1D6250A4-E3D4-E945-AE4C-F3A4204F181B}" dt="2025-05-15T23:30:53.128" v="4000" actId="14100"/>
          <ac:picMkLst>
            <pc:docMk/>
            <pc:sldMk cId="1219216670" sldId="268"/>
            <ac:picMk id="8" creationId="{F58A1738-14EF-4ABB-1D04-E7A47B7C853E}"/>
          </ac:picMkLst>
        </pc:picChg>
        <pc:picChg chg="add del mod">
          <ac:chgData name="Sebastian Schulz" userId="7b9eb8de-fba4-4de7-9449-93f55919c255" providerId="ADAL" clId="{1D6250A4-E3D4-E945-AE4C-F3A4204F181B}" dt="2025-05-15T23:28:26.228" v="3962" actId="478"/>
          <ac:picMkLst>
            <pc:docMk/>
            <pc:sldMk cId="1219216670" sldId="268"/>
            <ac:picMk id="1026" creationId="{2D1C625A-7000-CA41-A6D0-2FC53DDDD959}"/>
          </ac:picMkLst>
        </pc:picChg>
      </pc:sldChg>
      <pc:sldChg chg="addSp delSp modSp mod ord">
        <pc:chgData name="Sebastian Schulz" userId="7b9eb8de-fba4-4de7-9449-93f55919c255" providerId="ADAL" clId="{1D6250A4-E3D4-E945-AE4C-F3A4204F181B}" dt="2025-05-25T17:41:15.506" v="28133" actId="478"/>
        <pc:sldMkLst>
          <pc:docMk/>
          <pc:sldMk cId="1828249157" sldId="269"/>
        </pc:sldMkLst>
        <pc:spChg chg="mod">
          <ac:chgData name="Sebastian Schulz" userId="7b9eb8de-fba4-4de7-9449-93f55919c255" providerId="ADAL" clId="{1D6250A4-E3D4-E945-AE4C-F3A4204F181B}" dt="2025-05-22T21:05:14.855" v="17358" actId="14100"/>
          <ac:spMkLst>
            <pc:docMk/>
            <pc:sldMk cId="1828249157" sldId="269"/>
            <ac:spMk id="2" creationId="{DE9A54C1-B7E8-B5D6-7264-8141E75C6F46}"/>
          </ac:spMkLst>
        </pc:spChg>
        <pc:spChg chg="mod">
          <ac:chgData name="Sebastian Schulz" userId="7b9eb8de-fba4-4de7-9449-93f55919c255" providerId="ADAL" clId="{1D6250A4-E3D4-E945-AE4C-F3A4204F181B}" dt="2025-05-24T17:47:59.870" v="22929" actId="20577"/>
          <ac:spMkLst>
            <pc:docMk/>
            <pc:sldMk cId="1828249157" sldId="269"/>
            <ac:spMk id="3" creationId="{7D73382C-F54C-F447-14FF-B76685C616BF}"/>
          </ac:spMkLst>
        </pc:spChg>
        <pc:spChg chg="add del mod">
          <ac:chgData name="Sebastian Schulz" userId="7b9eb8de-fba4-4de7-9449-93f55919c255" providerId="ADAL" clId="{1D6250A4-E3D4-E945-AE4C-F3A4204F181B}" dt="2025-05-25T17:41:15.506" v="28133" actId="478"/>
          <ac:spMkLst>
            <pc:docMk/>
            <pc:sldMk cId="1828249157" sldId="269"/>
            <ac:spMk id="5" creationId="{E2249422-65AC-2751-8078-2232C757B080}"/>
          </ac:spMkLst>
        </pc:spChg>
        <pc:spChg chg="add del mod">
          <ac:chgData name="Sebastian Schulz" userId="7b9eb8de-fba4-4de7-9449-93f55919c255" providerId="ADAL" clId="{1D6250A4-E3D4-E945-AE4C-F3A4204F181B}" dt="2025-05-25T17:41:14.028" v="28132" actId="478"/>
          <ac:spMkLst>
            <pc:docMk/>
            <pc:sldMk cId="1828249157" sldId="269"/>
            <ac:spMk id="6" creationId="{4F99AADB-302D-3A00-D1A0-7C31EF4C3AAD}"/>
          </ac:spMkLst>
        </pc:spChg>
      </pc:sldChg>
      <pc:sldChg chg="addSp delSp modSp mod ord modShow modNotesTx">
        <pc:chgData name="Sebastian Schulz" userId="7b9eb8de-fba4-4de7-9449-93f55919c255" providerId="ADAL" clId="{1D6250A4-E3D4-E945-AE4C-F3A4204F181B}" dt="2025-05-25T17:42:12.035" v="28134" actId="20578"/>
        <pc:sldMkLst>
          <pc:docMk/>
          <pc:sldMk cId="1081053258" sldId="270"/>
        </pc:sldMkLst>
        <pc:spChg chg="mod">
          <ac:chgData name="Sebastian Schulz" userId="7b9eb8de-fba4-4de7-9449-93f55919c255" providerId="ADAL" clId="{1D6250A4-E3D4-E945-AE4C-F3A4204F181B}" dt="2025-05-22T20:56:55.998" v="17209" actId="1076"/>
          <ac:spMkLst>
            <pc:docMk/>
            <pc:sldMk cId="1081053258" sldId="270"/>
            <ac:spMk id="2" creationId="{2F839514-4563-2738-102D-295577D7D6EC}"/>
          </ac:spMkLst>
        </pc:spChg>
        <pc:spChg chg="del mod">
          <ac:chgData name="Sebastian Schulz" userId="7b9eb8de-fba4-4de7-9449-93f55919c255" providerId="ADAL" clId="{1D6250A4-E3D4-E945-AE4C-F3A4204F181B}" dt="2025-05-22T20:57:10.203" v="17213" actId="478"/>
          <ac:spMkLst>
            <pc:docMk/>
            <pc:sldMk cId="1081053258" sldId="270"/>
            <ac:spMk id="3" creationId="{19021066-B3CD-2FF3-9581-C516320586DE}"/>
          </ac:spMkLst>
        </pc:spChg>
        <pc:spChg chg="add del mod">
          <ac:chgData name="Sebastian Schulz" userId="7b9eb8de-fba4-4de7-9449-93f55919c255" providerId="ADAL" clId="{1D6250A4-E3D4-E945-AE4C-F3A4204F181B}" dt="2025-05-20T17:40:01.293" v="9638" actId="21"/>
          <ac:spMkLst>
            <pc:docMk/>
            <pc:sldMk cId="1081053258" sldId="270"/>
            <ac:spMk id="5" creationId="{F441EA79-0DDE-05E0-C2C4-5868EE0C8A33}"/>
          </ac:spMkLst>
        </pc:spChg>
        <pc:spChg chg="add mod">
          <ac:chgData name="Sebastian Schulz" userId="7b9eb8de-fba4-4de7-9449-93f55919c255" providerId="ADAL" clId="{1D6250A4-E3D4-E945-AE4C-F3A4204F181B}" dt="2025-05-22T22:29:26.500" v="18762" actId="1076"/>
          <ac:spMkLst>
            <pc:docMk/>
            <pc:sldMk cId="1081053258" sldId="270"/>
            <ac:spMk id="6" creationId="{FCCB85DC-6BEC-40B6-EB26-1323EA9D7A98}"/>
          </ac:spMkLst>
        </pc:spChg>
        <pc:spChg chg="add mod">
          <ac:chgData name="Sebastian Schulz" userId="7b9eb8de-fba4-4de7-9449-93f55919c255" providerId="ADAL" clId="{1D6250A4-E3D4-E945-AE4C-F3A4204F181B}" dt="2025-05-22T22:32:55.506" v="18897" actId="1076"/>
          <ac:spMkLst>
            <pc:docMk/>
            <pc:sldMk cId="1081053258" sldId="270"/>
            <ac:spMk id="7" creationId="{06545CC2-D39D-0F23-4CC2-48B612003EFE}"/>
          </ac:spMkLst>
        </pc:spChg>
        <pc:spChg chg="add del mod">
          <ac:chgData name="Sebastian Schulz" userId="7b9eb8de-fba4-4de7-9449-93f55919c255" providerId="ADAL" clId="{1D6250A4-E3D4-E945-AE4C-F3A4204F181B}" dt="2025-05-22T20:57:21.805" v="17218" actId="478"/>
          <ac:spMkLst>
            <pc:docMk/>
            <pc:sldMk cId="1081053258" sldId="270"/>
            <ac:spMk id="7" creationId="{42C63C68-F0AB-E4A0-2AF8-87B436221A99}"/>
          </ac:spMkLst>
        </pc:spChg>
        <pc:spChg chg="add del mod">
          <ac:chgData name="Sebastian Schulz" userId="7b9eb8de-fba4-4de7-9449-93f55919c255" providerId="ADAL" clId="{1D6250A4-E3D4-E945-AE4C-F3A4204F181B}" dt="2025-05-20T17:40:01.293" v="9638" actId="21"/>
          <ac:spMkLst>
            <pc:docMk/>
            <pc:sldMk cId="1081053258" sldId="270"/>
            <ac:spMk id="7" creationId="{CD8F9DD8-3B71-39A0-4698-3731E5FDFFF9}"/>
          </ac:spMkLst>
        </pc:spChg>
        <pc:spChg chg="add mod">
          <ac:chgData name="Sebastian Schulz" userId="7b9eb8de-fba4-4de7-9449-93f55919c255" providerId="ADAL" clId="{1D6250A4-E3D4-E945-AE4C-F3A4204F181B}" dt="2025-05-22T22:18:06.990" v="18303" actId="20577"/>
          <ac:spMkLst>
            <pc:docMk/>
            <pc:sldMk cId="1081053258" sldId="270"/>
            <ac:spMk id="8" creationId="{C44A5B48-FB32-773D-3C53-BB64726FBA3D}"/>
          </ac:spMkLst>
        </pc:spChg>
        <pc:spChg chg="add mod">
          <ac:chgData name="Sebastian Schulz" userId="7b9eb8de-fba4-4de7-9449-93f55919c255" providerId="ADAL" clId="{1D6250A4-E3D4-E945-AE4C-F3A4204F181B}" dt="2025-05-22T22:21:21.097" v="18341" actId="20577"/>
          <ac:spMkLst>
            <pc:docMk/>
            <pc:sldMk cId="1081053258" sldId="270"/>
            <ac:spMk id="9" creationId="{919AB188-814F-BDA1-9D23-5AB407D8D74D}"/>
          </ac:spMkLst>
        </pc:spChg>
        <pc:spChg chg="add del mod">
          <ac:chgData name="Sebastian Schulz" userId="7b9eb8de-fba4-4de7-9449-93f55919c255" providerId="ADAL" clId="{1D6250A4-E3D4-E945-AE4C-F3A4204F181B}" dt="2025-05-20T17:40:01.293" v="9638" actId="21"/>
          <ac:spMkLst>
            <pc:docMk/>
            <pc:sldMk cId="1081053258" sldId="270"/>
            <ac:spMk id="10" creationId="{A7237855-A6E3-CF17-0DD0-FCF8BFA4D63E}"/>
          </ac:spMkLst>
        </pc:spChg>
        <pc:spChg chg="add del mod">
          <ac:chgData name="Sebastian Schulz" userId="7b9eb8de-fba4-4de7-9449-93f55919c255" providerId="ADAL" clId="{1D6250A4-E3D4-E945-AE4C-F3A4204F181B}" dt="2025-05-22T21:49:34.726" v="17857"/>
          <ac:spMkLst>
            <pc:docMk/>
            <pc:sldMk cId="1081053258" sldId="270"/>
            <ac:spMk id="10" creationId="{E7D16599-1420-026F-3972-ECDB0C172222}"/>
          </ac:spMkLst>
        </pc:spChg>
        <pc:spChg chg="add del mod">
          <ac:chgData name="Sebastian Schulz" userId="7b9eb8de-fba4-4de7-9449-93f55919c255" providerId="ADAL" clId="{1D6250A4-E3D4-E945-AE4C-F3A4204F181B}" dt="2025-05-20T17:40:01.293" v="9638" actId="21"/>
          <ac:spMkLst>
            <pc:docMk/>
            <pc:sldMk cId="1081053258" sldId="270"/>
            <ac:spMk id="15" creationId="{0555653D-26FC-59AB-4CDE-BCCECD26E10B}"/>
          </ac:spMkLst>
        </pc:spChg>
        <pc:spChg chg="add mod">
          <ac:chgData name="Sebastian Schulz" userId="7b9eb8de-fba4-4de7-9449-93f55919c255" providerId="ADAL" clId="{1D6250A4-E3D4-E945-AE4C-F3A4204F181B}" dt="2025-05-22T22:30:38.380" v="18822" actId="1076"/>
          <ac:spMkLst>
            <pc:docMk/>
            <pc:sldMk cId="1081053258" sldId="270"/>
            <ac:spMk id="18" creationId="{91A5AA65-826B-5CDC-5FCD-61BA8E140137}"/>
          </ac:spMkLst>
        </pc:spChg>
        <pc:spChg chg="add mod">
          <ac:chgData name="Sebastian Schulz" userId="7b9eb8de-fba4-4de7-9449-93f55919c255" providerId="ADAL" clId="{1D6250A4-E3D4-E945-AE4C-F3A4204F181B}" dt="2025-05-23T12:35:30.877" v="20167" actId="1076"/>
          <ac:spMkLst>
            <pc:docMk/>
            <pc:sldMk cId="1081053258" sldId="270"/>
            <ac:spMk id="19" creationId="{E68DE6A9-C56E-1BE3-0E83-F2484959113A}"/>
          </ac:spMkLst>
        </pc:spChg>
        <pc:picChg chg="add del mod">
          <ac:chgData name="Sebastian Schulz" userId="7b9eb8de-fba4-4de7-9449-93f55919c255" providerId="ADAL" clId="{1D6250A4-E3D4-E945-AE4C-F3A4204F181B}" dt="2025-05-22T21:52:31.316" v="17941" actId="478"/>
          <ac:picMkLst>
            <pc:docMk/>
            <pc:sldMk cId="1081053258" sldId="270"/>
            <ac:picMk id="3" creationId="{74858BCE-E473-4458-AD27-6B96A4EF74AC}"/>
          </ac:picMkLst>
        </pc:picChg>
        <pc:picChg chg="add mod">
          <ac:chgData name="Sebastian Schulz" userId="7b9eb8de-fba4-4de7-9449-93f55919c255" providerId="ADAL" clId="{1D6250A4-E3D4-E945-AE4C-F3A4204F181B}" dt="2025-05-22T22:17:43.676" v="18300" actId="1076"/>
          <ac:picMkLst>
            <pc:docMk/>
            <pc:sldMk cId="1081053258" sldId="270"/>
            <ac:picMk id="17" creationId="{C7608E4D-5777-418A-9109-8AB9EE58FEA7}"/>
          </ac:picMkLst>
        </pc:picChg>
        <pc:cxnChg chg="add del mod">
          <ac:chgData name="Sebastian Schulz" userId="7b9eb8de-fba4-4de7-9449-93f55919c255" providerId="ADAL" clId="{1D6250A4-E3D4-E945-AE4C-F3A4204F181B}" dt="2025-05-20T17:40:01.293" v="9638" actId="21"/>
          <ac:cxnSpMkLst>
            <pc:docMk/>
            <pc:sldMk cId="1081053258" sldId="270"/>
            <ac:cxnSpMk id="8" creationId="{C90B17FD-9E43-AE02-7128-B36F9E40F0AD}"/>
          </ac:cxnSpMkLst>
        </pc:cxnChg>
        <pc:cxnChg chg="add del mod">
          <ac:chgData name="Sebastian Schulz" userId="7b9eb8de-fba4-4de7-9449-93f55919c255" providerId="ADAL" clId="{1D6250A4-E3D4-E945-AE4C-F3A4204F181B}" dt="2025-05-20T17:40:01.293" v="9638" actId="21"/>
          <ac:cxnSpMkLst>
            <pc:docMk/>
            <pc:sldMk cId="1081053258" sldId="270"/>
            <ac:cxnSpMk id="9" creationId="{E54F6EE8-E112-292C-C8A5-217A4EB298DA}"/>
          </ac:cxnSpMkLst>
        </pc:cxnChg>
        <pc:cxnChg chg="add del mod">
          <ac:chgData name="Sebastian Schulz" userId="7b9eb8de-fba4-4de7-9449-93f55919c255" providerId="ADAL" clId="{1D6250A4-E3D4-E945-AE4C-F3A4204F181B}" dt="2025-05-20T17:40:01.293" v="9638" actId="21"/>
          <ac:cxnSpMkLst>
            <pc:docMk/>
            <pc:sldMk cId="1081053258" sldId="270"/>
            <ac:cxnSpMk id="11" creationId="{7EB84D97-F98D-5E7D-D66F-04C01AA65431}"/>
          </ac:cxnSpMkLst>
        </pc:cxnChg>
        <pc:cxnChg chg="add mod">
          <ac:chgData name="Sebastian Schulz" userId="7b9eb8de-fba4-4de7-9449-93f55919c255" providerId="ADAL" clId="{1D6250A4-E3D4-E945-AE4C-F3A4204F181B}" dt="2025-05-22T22:17:50.996" v="18301" actId="1076"/>
          <ac:cxnSpMkLst>
            <pc:docMk/>
            <pc:sldMk cId="1081053258" sldId="270"/>
            <ac:cxnSpMk id="12" creationId="{07052486-7FEA-C8CF-6F95-2E282EED3E96}"/>
          </ac:cxnSpMkLst>
        </pc:cxnChg>
        <pc:cxnChg chg="add del mod">
          <ac:chgData name="Sebastian Schulz" userId="7b9eb8de-fba4-4de7-9449-93f55919c255" providerId="ADAL" clId="{1D6250A4-E3D4-E945-AE4C-F3A4204F181B}" dt="2025-05-20T17:40:01.293" v="9638" actId="21"/>
          <ac:cxnSpMkLst>
            <pc:docMk/>
            <pc:sldMk cId="1081053258" sldId="270"/>
            <ac:cxnSpMk id="12" creationId="{E013B74E-71F6-6666-F9FE-B95A7B80F154}"/>
          </ac:cxnSpMkLst>
        </pc:cxnChg>
        <pc:cxnChg chg="add del mod">
          <ac:chgData name="Sebastian Schulz" userId="7b9eb8de-fba4-4de7-9449-93f55919c255" providerId="ADAL" clId="{1D6250A4-E3D4-E945-AE4C-F3A4204F181B}" dt="2025-05-20T17:40:01.293" v="9638" actId="21"/>
          <ac:cxnSpMkLst>
            <pc:docMk/>
            <pc:sldMk cId="1081053258" sldId="270"/>
            <ac:cxnSpMk id="13" creationId="{C614B46E-AFAF-66E7-41F7-1B26878C3966}"/>
          </ac:cxnSpMkLst>
        </pc:cxnChg>
        <pc:cxnChg chg="add del mod">
          <ac:chgData name="Sebastian Schulz" userId="7b9eb8de-fba4-4de7-9449-93f55919c255" providerId="ADAL" clId="{1D6250A4-E3D4-E945-AE4C-F3A4204F181B}" dt="2025-05-20T17:40:01.293" v="9638" actId="21"/>
          <ac:cxnSpMkLst>
            <pc:docMk/>
            <pc:sldMk cId="1081053258" sldId="270"/>
            <ac:cxnSpMk id="14" creationId="{07CFE558-22F5-BFE2-316B-9A598C6AD87C}"/>
          </ac:cxnSpMkLst>
        </pc:cxnChg>
        <pc:cxnChg chg="add mod">
          <ac:chgData name="Sebastian Schulz" userId="7b9eb8de-fba4-4de7-9449-93f55919c255" providerId="ADAL" clId="{1D6250A4-E3D4-E945-AE4C-F3A4204F181B}" dt="2025-05-22T22:17:50.996" v="18301" actId="1076"/>
          <ac:cxnSpMkLst>
            <pc:docMk/>
            <pc:sldMk cId="1081053258" sldId="270"/>
            <ac:cxnSpMk id="15" creationId="{93542970-41A9-D604-979C-81545C25B59F}"/>
          </ac:cxnSpMkLst>
        </pc:cxnChg>
        <pc:cxnChg chg="add del mod">
          <ac:chgData name="Sebastian Schulz" userId="7b9eb8de-fba4-4de7-9449-93f55919c255" providerId="ADAL" clId="{1D6250A4-E3D4-E945-AE4C-F3A4204F181B}" dt="2025-05-20T17:40:01.293" v="9638" actId="21"/>
          <ac:cxnSpMkLst>
            <pc:docMk/>
            <pc:sldMk cId="1081053258" sldId="270"/>
            <ac:cxnSpMk id="16" creationId="{3EAB1A3D-B5E2-7C61-51DC-B3169387B69A}"/>
          </ac:cxnSpMkLst>
        </pc:cxnChg>
        <pc:cxnChg chg="add mod">
          <ac:chgData name="Sebastian Schulz" userId="7b9eb8de-fba4-4de7-9449-93f55919c255" providerId="ADAL" clId="{1D6250A4-E3D4-E945-AE4C-F3A4204F181B}" dt="2025-05-22T22:17:50.996" v="18301" actId="1076"/>
          <ac:cxnSpMkLst>
            <pc:docMk/>
            <pc:sldMk cId="1081053258" sldId="270"/>
            <ac:cxnSpMk id="16" creationId="{587DC5C4-7837-D6DB-4F7B-FAF2E1A2C3D2}"/>
          </ac:cxnSpMkLst>
        </pc:cxnChg>
        <pc:cxnChg chg="add del mod">
          <ac:chgData name="Sebastian Schulz" userId="7b9eb8de-fba4-4de7-9449-93f55919c255" providerId="ADAL" clId="{1D6250A4-E3D4-E945-AE4C-F3A4204F181B}" dt="2025-05-20T17:40:01.293" v="9638" actId="21"/>
          <ac:cxnSpMkLst>
            <pc:docMk/>
            <pc:sldMk cId="1081053258" sldId="270"/>
            <ac:cxnSpMk id="17" creationId="{2D88B97F-A373-050E-9158-9038B1437778}"/>
          </ac:cxnSpMkLst>
        </pc:cxnChg>
      </pc:sldChg>
      <pc:sldChg chg="addSp delSp modSp mod ord">
        <pc:chgData name="Sebastian Schulz" userId="7b9eb8de-fba4-4de7-9449-93f55919c255" providerId="ADAL" clId="{1D6250A4-E3D4-E945-AE4C-F3A4204F181B}" dt="2025-05-26T20:21:56.143" v="31239" actId="20577"/>
        <pc:sldMkLst>
          <pc:docMk/>
          <pc:sldMk cId="4272209348" sldId="271"/>
        </pc:sldMkLst>
        <pc:spChg chg="mod">
          <ac:chgData name="Sebastian Schulz" userId="7b9eb8de-fba4-4de7-9449-93f55919c255" providerId="ADAL" clId="{1D6250A4-E3D4-E945-AE4C-F3A4204F181B}" dt="2025-05-20T12:21:31.671" v="8035" actId="1076"/>
          <ac:spMkLst>
            <pc:docMk/>
            <pc:sldMk cId="4272209348" sldId="271"/>
            <ac:spMk id="2" creationId="{EE1BA47B-660D-88B1-14E8-FD8439289A55}"/>
          </ac:spMkLst>
        </pc:spChg>
        <pc:spChg chg="mod">
          <ac:chgData name="Sebastian Schulz" userId="7b9eb8de-fba4-4de7-9449-93f55919c255" providerId="ADAL" clId="{1D6250A4-E3D4-E945-AE4C-F3A4204F181B}" dt="2025-05-26T20:21:56.143" v="31239" actId="20577"/>
          <ac:spMkLst>
            <pc:docMk/>
            <pc:sldMk cId="4272209348" sldId="271"/>
            <ac:spMk id="3" creationId="{C9434D1F-BFC2-19AE-BDD7-56285687D943}"/>
          </ac:spMkLst>
        </pc:spChg>
        <pc:spChg chg="add mod">
          <ac:chgData name="Sebastian Schulz" userId="7b9eb8de-fba4-4de7-9449-93f55919c255" providerId="ADAL" clId="{1D6250A4-E3D4-E945-AE4C-F3A4204F181B}" dt="2025-05-23T13:58:26.574" v="20177" actId="1076"/>
          <ac:spMkLst>
            <pc:docMk/>
            <pc:sldMk cId="4272209348" sldId="271"/>
            <ac:spMk id="6" creationId="{54998079-3FA4-87C0-1CC4-51E2099C0B78}"/>
          </ac:spMkLst>
        </pc:spChg>
        <pc:spChg chg="add mod">
          <ac:chgData name="Sebastian Schulz" userId="7b9eb8de-fba4-4de7-9449-93f55919c255" providerId="ADAL" clId="{1D6250A4-E3D4-E945-AE4C-F3A4204F181B}" dt="2025-05-24T19:51:29.439" v="23580" actId="1076"/>
          <ac:spMkLst>
            <pc:docMk/>
            <pc:sldMk cId="4272209348" sldId="271"/>
            <ac:spMk id="7" creationId="{A78F7C4C-3698-D320-E28C-4A117F75DB5F}"/>
          </ac:spMkLst>
        </pc:spChg>
        <pc:spChg chg="add mod">
          <ac:chgData name="Sebastian Schulz" userId="7b9eb8de-fba4-4de7-9449-93f55919c255" providerId="ADAL" clId="{1D6250A4-E3D4-E945-AE4C-F3A4204F181B}" dt="2025-05-26T20:21:31.921" v="31232" actId="1036"/>
          <ac:spMkLst>
            <pc:docMk/>
            <pc:sldMk cId="4272209348" sldId="271"/>
            <ac:spMk id="8" creationId="{D48BCF1A-CD63-B77B-411C-BA1D1579DF19}"/>
          </ac:spMkLst>
        </pc:spChg>
        <pc:picChg chg="add mod">
          <ac:chgData name="Sebastian Schulz" userId="7b9eb8de-fba4-4de7-9449-93f55919c255" providerId="ADAL" clId="{1D6250A4-E3D4-E945-AE4C-F3A4204F181B}" dt="2025-05-26T20:21:27.805" v="31226" actId="1036"/>
          <ac:picMkLst>
            <pc:docMk/>
            <pc:sldMk cId="4272209348" sldId="271"/>
            <ac:picMk id="5" creationId="{9542FE06-81B6-E9EB-0FCD-03A8EB9CF937}"/>
          </ac:picMkLst>
        </pc:picChg>
        <pc:picChg chg="add del mod">
          <ac:chgData name="Sebastian Schulz" userId="7b9eb8de-fba4-4de7-9449-93f55919c255" providerId="ADAL" clId="{1D6250A4-E3D4-E945-AE4C-F3A4204F181B}" dt="2025-05-24T19:52:31.631" v="23586" actId="478"/>
          <ac:picMkLst>
            <pc:docMk/>
            <pc:sldMk cId="4272209348" sldId="271"/>
            <ac:picMk id="1026" creationId="{4FB2E853-3E8F-53A3-240A-6B3867C330B4}"/>
          </ac:picMkLst>
        </pc:picChg>
      </pc:sldChg>
      <pc:sldChg chg="addSp delSp modSp mod">
        <pc:chgData name="Sebastian Schulz" userId="7b9eb8de-fba4-4de7-9449-93f55919c255" providerId="ADAL" clId="{1D6250A4-E3D4-E945-AE4C-F3A4204F181B}" dt="2025-05-22T20:58:26.539" v="17254" actId="403"/>
        <pc:sldMkLst>
          <pc:docMk/>
          <pc:sldMk cId="1076133571" sldId="272"/>
        </pc:sldMkLst>
        <pc:spChg chg="mod">
          <ac:chgData name="Sebastian Schulz" userId="7b9eb8de-fba4-4de7-9449-93f55919c255" providerId="ADAL" clId="{1D6250A4-E3D4-E945-AE4C-F3A4204F181B}" dt="2025-05-22T14:01:27.771" v="14700" actId="1076"/>
          <ac:spMkLst>
            <pc:docMk/>
            <pc:sldMk cId="1076133571" sldId="272"/>
            <ac:spMk id="2" creationId="{92E5C1D8-32C4-0E14-8C2A-FAC416C46BB3}"/>
          </ac:spMkLst>
        </pc:spChg>
        <pc:spChg chg="add mod">
          <ac:chgData name="Sebastian Schulz" userId="7b9eb8de-fba4-4de7-9449-93f55919c255" providerId="ADAL" clId="{1D6250A4-E3D4-E945-AE4C-F3A4204F181B}" dt="2025-05-22T20:58:26.539" v="17254" actId="403"/>
          <ac:spMkLst>
            <pc:docMk/>
            <pc:sldMk cId="1076133571" sldId="272"/>
            <ac:spMk id="3" creationId="{3B935DE3-0952-E380-9D78-4D0485A5D891}"/>
          </ac:spMkLst>
        </pc:spChg>
        <pc:spChg chg="del">
          <ac:chgData name="Sebastian Schulz" userId="7b9eb8de-fba4-4de7-9449-93f55919c255" providerId="ADAL" clId="{1D6250A4-E3D4-E945-AE4C-F3A4204F181B}" dt="2025-05-20T12:21:26.564" v="8034" actId="478"/>
          <ac:spMkLst>
            <pc:docMk/>
            <pc:sldMk cId="1076133571" sldId="272"/>
            <ac:spMk id="3" creationId="{AA5ED620-EB7E-162B-C986-1274FF2EBC96}"/>
          </ac:spMkLst>
        </pc:spChg>
      </pc:sldChg>
      <pc:sldChg chg="modSp mod">
        <pc:chgData name="Sebastian Schulz" userId="7b9eb8de-fba4-4de7-9449-93f55919c255" providerId="ADAL" clId="{1D6250A4-E3D4-E945-AE4C-F3A4204F181B}" dt="2025-05-26T14:40:36.465" v="29906" actId="20577"/>
        <pc:sldMkLst>
          <pc:docMk/>
          <pc:sldMk cId="3023539896" sldId="273"/>
        </pc:sldMkLst>
        <pc:spChg chg="mod">
          <ac:chgData name="Sebastian Schulz" userId="7b9eb8de-fba4-4de7-9449-93f55919c255" providerId="ADAL" clId="{1D6250A4-E3D4-E945-AE4C-F3A4204F181B}" dt="2025-05-26T14:40:22.381" v="29901" actId="1076"/>
          <ac:spMkLst>
            <pc:docMk/>
            <pc:sldMk cId="3023539896" sldId="273"/>
            <ac:spMk id="2" creationId="{3B5D141F-B49C-10DD-017D-7A4A4E8E0A2B}"/>
          </ac:spMkLst>
        </pc:spChg>
        <pc:spChg chg="mod">
          <ac:chgData name="Sebastian Schulz" userId="7b9eb8de-fba4-4de7-9449-93f55919c255" providerId="ADAL" clId="{1D6250A4-E3D4-E945-AE4C-F3A4204F181B}" dt="2025-05-26T14:40:36.465" v="29906" actId="20577"/>
          <ac:spMkLst>
            <pc:docMk/>
            <pc:sldMk cId="3023539896" sldId="273"/>
            <ac:spMk id="5" creationId="{423B0456-7B6E-7D1C-AE86-AD7E2148D5E4}"/>
          </ac:spMkLst>
        </pc:spChg>
      </pc:sldChg>
      <pc:sldChg chg="addSp delSp modSp mod ord">
        <pc:chgData name="Sebastian Schulz" userId="7b9eb8de-fba4-4de7-9449-93f55919c255" providerId="ADAL" clId="{1D6250A4-E3D4-E945-AE4C-F3A4204F181B}" dt="2025-05-25T15:24:15.685" v="27531" actId="20577"/>
        <pc:sldMkLst>
          <pc:docMk/>
          <pc:sldMk cId="2680887676" sldId="274"/>
        </pc:sldMkLst>
        <pc:spChg chg="mod">
          <ac:chgData name="Sebastian Schulz" userId="7b9eb8de-fba4-4de7-9449-93f55919c255" providerId="ADAL" clId="{1D6250A4-E3D4-E945-AE4C-F3A4204F181B}" dt="2025-05-22T13:46:33.698" v="14170" actId="1076"/>
          <ac:spMkLst>
            <pc:docMk/>
            <pc:sldMk cId="2680887676" sldId="274"/>
            <ac:spMk id="2" creationId="{4B7553D0-9822-3E5A-1EDF-08F606A57342}"/>
          </ac:spMkLst>
        </pc:spChg>
        <pc:spChg chg="mod">
          <ac:chgData name="Sebastian Schulz" userId="7b9eb8de-fba4-4de7-9449-93f55919c255" providerId="ADAL" clId="{1D6250A4-E3D4-E945-AE4C-F3A4204F181B}" dt="2025-05-22T13:53:40.335" v="14516" actId="20577"/>
          <ac:spMkLst>
            <pc:docMk/>
            <pc:sldMk cId="2680887676" sldId="274"/>
            <ac:spMk id="3" creationId="{7AA9ACD8-6DE8-560D-969C-084FE039B2CB}"/>
          </ac:spMkLst>
        </pc:spChg>
        <pc:spChg chg="add mod">
          <ac:chgData name="Sebastian Schulz" userId="7b9eb8de-fba4-4de7-9449-93f55919c255" providerId="ADAL" clId="{1D6250A4-E3D4-E945-AE4C-F3A4204F181B}" dt="2025-05-15T23:34:41.888" v="4167"/>
          <ac:spMkLst>
            <pc:docMk/>
            <pc:sldMk cId="2680887676" sldId="274"/>
            <ac:spMk id="5" creationId="{13C3D414-DB49-4FA2-3C00-E8D9DB79CE4B}"/>
          </ac:spMkLst>
        </pc:spChg>
        <pc:spChg chg="add del mod">
          <ac:chgData name="Sebastian Schulz" userId="7b9eb8de-fba4-4de7-9449-93f55919c255" providerId="ADAL" clId="{1D6250A4-E3D4-E945-AE4C-F3A4204F181B}" dt="2025-05-25T15:17:31.815" v="27287" actId="478"/>
          <ac:spMkLst>
            <pc:docMk/>
            <pc:sldMk cId="2680887676" sldId="274"/>
            <ac:spMk id="6" creationId="{29F6D121-5178-ADB4-BC68-0530E94CD138}"/>
          </ac:spMkLst>
        </pc:spChg>
        <pc:spChg chg="add mod">
          <ac:chgData name="Sebastian Schulz" userId="7b9eb8de-fba4-4de7-9449-93f55919c255" providerId="ADAL" clId="{1D6250A4-E3D4-E945-AE4C-F3A4204F181B}" dt="2025-05-25T15:24:15.685" v="27531" actId="20577"/>
          <ac:spMkLst>
            <pc:docMk/>
            <pc:sldMk cId="2680887676" sldId="274"/>
            <ac:spMk id="6" creationId="{A4159C84-DFC2-D52B-E84C-FF1FB60F5A5A}"/>
          </ac:spMkLst>
        </pc:spChg>
        <pc:spChg chg="add mod">
          <ac:chgData name="Sebastian Schulz" userId="7b9eb8de-fba4-4de7-9449-93f55919c255" providerId="ADAL" clId="{1D6250A4-E3D4-E945-AE4C-F3A4204F181B}" dt="2025-05-25T15:22:56.044" v="27403" actId="1038"/>
          <ac:spMkLst>
            <pc:docMk/>
            <pc:sldMk cId="2680887676" sldId="274"/>
            <ac:spMk id="7" creationId="{53240A28-A320-E9E3-51F3-0280CE849E3B}"/>
          </ac:spMkLst>
        </pc:spChg>
        <pc:spChg chg="add mod">
          <ac:chgData name="Sebastian Schulz" userId="7b9eb8de-fba4-4de7-9449-93f55919c255" providerId="ADAL" clId="{1D6250A4-E3D4-E945-AE4C-F3A4204F181B}" dt="2025-05-25T15:22:56.044" v="27403" actId="1038"/>
          <ac:spMkLst>
            <pc:docMk/>
            <pc:sldMk cId="2680887676" sldId="274"/>
            <ac:spMk id="8" creationId="{4CD8C416-8E27-E78D-15BA-7CA174F2FDFA}"/>
          </ac:spMkLst>
        </pc:spChg>
        <pc:spChg chg="add mod">
          <ac:chgData name="Sebastian Schulz" userId="7b9eb8de-fba4-4de7-9449-93f55919c255" providerId="ADAL" clId="{1D6250A4-E3D4-E945-AE4C-F3A4204F181B}" dt="2025-05-25T15:22:56.044" v="27403" actId="1038"/>
          <ac:spMkLst>
            <pc:docMk/>
            <pc:sldMk cId="2680887676" sldId="274"/>
            <ac:spMk id="9" creationId="{AB6288CA-989E-A253-EA4D-380C165871E3}"/>
          </ac:spMkLst>
        </pc:spChg>
        <pc:spChg chg="add mod">
          <ac:chgData name="Sebastian Schulz" userId="7b9eb8de-fba4-4de7-9449-93f55919c255" providerId="ADAL" clId="{1D6250A4-E3D4-E945-AE4C-F3A4204F181B}" dt="2025-05-25T15:22:56.044" v="27403" actId="1038"/>
          <ac:spMkLst>
            <pc:docMk/>
            <pc:sldMk cId="2680887676" sldId="274"/>
            <ac:spMk id="10" creationId="{4D83A450-38D5-C331-71FB-47B1401BED1F}"/>
          </ac:spMkLst>
        </pc:spChg>
        <pc:spChg chg="add mod">
          <ac:chgData name="Sebastian Schulz" userId="7b9eb8de-fba4-4de7-9449-93f55919c255" providerId="ADAL" clId="{1D6250A4-E3D4-E945-AE4C-F3A4204F181B}" dt="2025-05-25T15:22:56.044" v="27403" actId="1038"/>
          <ac:spMkLst>
            <pc:docMk/>
            <pc:sldMk cId="2680887676" sldId="274"/>
            <ac:spMk id="11" creationId="{B1EFEDCA-5CE8-90BE-A97C-EB50F92B7887}"/>
          </ac:spMkLst>
        </pc:spChg>
        <pc:spChg chg="add mod">
          <ac:chgData name="Sebastian Schulz" userId="7b9eb8de-fba4-4de7-9449-93f55919c255" providerId="ADAL" clId="{1D6250A4-E3D4-E945-AE4C-F3A4204F181B}" dt="2025-05-25T15:22:56.044" v="27403" actId="1038"/>
          <ac:spMkLst>
            <pc:docMk/>
            <pc:sldMk cId="2680887676" sldId="274"/>
            <ac:spMk id="12" creationId="{294EDF74-5D3A-6F12-C35D-B0AD6628DA01}"/>
          </ac:spMkLst>
        </pc:spChg>
        <pc:picChg chg="add mod">
          <ac:chgData name="Sebastian Schulz" userId="7b9eb8de-fba4-4de7-9449-93f55919c255" providerId="ADAL" clId="{1D6250A4-E3D4-E945-AE4C-F3A4204F181B}" dt="2025-05-25T15:22:56.044" v="27403" actId="1038"/>
          <ac:picMkLst>
            <pc:docMk/>
            <pc:sldMk cId="2680887676" sldId="274"/>
            <ac:picMk id="5" creationId="{BA0743AB-FE2D-6BC2-83E5-8975A7ED993F}"/>
          </ac:picMkLst>
        </pc:picChg>
      </pc:sldChg>
      <pc:sldChg chg="modSp mod">
        <pc:chgData name="Sebastian Schulz" userId="7b9eb8de-fba4-4de7-9449-93f55919c255" providerId="ADAL" clId="{1D6250A4-E3D4-E945-AE4C-F3A4204F181B}" dt="2025-05-22T20:58:04.067" v="17251" actId="1076"/>
        <pc:sldMkLst>
          <pc:docMk/>
          <pc:sldMk cId="4023962608" sldId="275"/>
        </pc:sldMkLst>
        <pc:spChg chg="mod">
          <ac:chgData name="Sebastian Schulz" userId="7b9eb8de-fba4-4de7-9449-93f55919c255" providerId="ADAL" clId="{1D6250A4-E3D4-E945-AE4C-F3A4204F181B}" dt="2025-05-22T14:01:13.836" v="14699" actId="1076"/>
          <ac:spMkLst>
            <pc:docMk/>
            <pc:sldMk cId="4023962608" sldId="275"/>
            <ac:spMk id="2" creationId="{FF7B642D-65C4-286E-6A50-4186A919EFA4}"/>
          </ac:spMkLst>
        </pc:spChg>
        <pc:spChg chg="mod">
          <ac:chgData name="Sebastian Schulz" userId="7b9eb8de-fba4-4de7-9449-93f55919c255" providerId="ADAL" clId="{1D6250A4-E3D4-E945-AE4C-F3A4204F181B}" dt="2025-05-22T20:58:04.067" v="17251" actId="1076"/>
          <ac:spMkLst>
            <pc:docMk/>
            <pc:sldMk cId="4023962608" sldId="275"/>
            <ac:spMk id="3" creationId="{4D027ED8-8D8A-61A9-E9F5-8050B930E252}"/>
          </ac:spMkLst>
        </pc:spChg>
      </pc:sldChg>
      <pc:sldChg chg="new del">
        <pc:chgData name="Sebastian Schulz" userId="7b9eb8de-fba4-4de7-9449-93f55919c255" providerId="ADAL" clId="{1D6250A4-E3D4-E945-AE4C-F3A4204F181B}" dt="2025-04-30T19:54:32.959" v="2" actId="2696"/>
        <pc:sldMkLst>
          <pc:docMk/>
          <pc:sldMk cId="3844241523" sldId="276"/>
        </pc:sldMkLst>
      </pc:sldChg>
      <pc:sldChg chg="addSp delSp modSp add mod ord modShow">
        <pc:chgData name="Sebastian Schulz" userId="7b9eb8de-fba4-4de7-9449-93f55919c255" providerId="ADAL" clId="{1D6250A4-E3D4-E945-AE4C-F3A4204F181B}" dt="2025-05-25T17:27:57.204" v="27698" actId="20578"/>
        <pc:sldMkLst>
          <pc:docMk/>
          <pc:sldMk cId="2489808024" sldId="277"/>
        </pc:sldMkLst>
        <pc:spChg chg="mod">
          <ac:chgData name="Sebastian Schulz" userId="7b9eb8de-fba4-4de7-9449-93f55919c255" providerId="ADAL" clId="{1D6250A4-E3D4-E945-AE4C-F3A4204F181B}" dt="2025-05-22T13:55:59.318" v="14529" actId="1076"/>
          <ac:spMkLst>
            <pc:docMk/>
            <pc:sldMk cId="2489808024" sldId="277"/>
            <ac:spMk id="2" creationId="{669C62BC-08CB-D673-2C59-BB1C0B954692}"/>
          </ac:spMkLst>
        </pc:spChg>
        <pc:spChg chg="add mod">
          <ac:chgData name="Sebastian Schulz" userId="7b9eb8de-fba4-4de7-9449-93f55919c255" providerId="ADAL" clId="{1D6250A4-E3D4-E945-AE4C-F3A4204F181B}" dt="2025-05-22T13:43:12.199" v="13820" actId="13926"/>
          <ac:spMkLst>
            <pc:docMk/>
            <pc:sldMk cId="2489808024" sldId="277"/>
            <ac:spMk id="3" creationId="{55F5406E-14D9-7C6D-5897-9ACD5C80CC6D}"/>
          </ac:spMkLst>
        </pc:spChg>
        <pc:spChg chg="add del mod">
          <ac:chgData name="Sebastian Schulz" userId="7b9eb8de-fba4-4de7-9449-93f55919c255" providerId="ADAL" clId="{1D6250A4-E3D4-E945-AE4C-F3A4204F181B}" dt="2025-04-30T19:59:55.052" v="463"/>
          <ac:spMkLst>
            <pc:docMk/>
            <pc:sldMk cId="2489808024" sldId="277"/>
            <ac:spMk id="5" creationId="{313A0406-399F-470C-FA14-501EF6E0635C}"/>
          </ac:spMkLst>
        </pc:spChg>
        <pc:spChg chg="add mod">
          <ac:chgData name="Sebastian Schulz" userId="7b9eb8de-fba4-4de7-9449-93f55919c255" providerId="ADAL" clId="{1D6250A4-E3D4-E945-AE4C-F3A4204F181B}" dt="2025-04-30T20:01:16.986" v="543" actId="207"/>
          <ac:spMkLst>
            <pc:docMk/>
            <pc:sldMk cId="2489808024" sldId="277"/>
            <ac:spMk id="6" creationId="{6F39602F-E1DE-0600-5614-739339B134F0}"/>
          </ac:spMkLst>
        </pc:spChg>
        <pc:spChg chg="del">
          <ac:chgData name="Sebastian Schulz" userId="7b9eb8de-fba4-4de7-9449-93f55919c255" providerId="ADAL" clId="{1D6250A4-E3D4-E945-AE4C-F3A4204F181B}" dt="2025-04-30T19:54:44.515" v="15" actId="478"/>
          <ac:spMkLst>
            <pc:docMk/>
            <pc:sldMk cId="2489808024" sldId="277"/>
            <ac:spMk id="10" creationId="{BEB20F9D-0E55-D378-ECF9-C3737B38EDF8}"/>
          </ac:spMkLst>
        </pc:spChg>
        <pc:picChg chg="del">
          <ac:chgData name="Sebastian Schulz" userId="7b9eb8de-fba4-4de7-9449-93f55919c255" providerId="ADAL" clId="{1D6250A4-E3D4-E945-AE4C-F3A4204F181B}" dt="2025-04-30T19:54:41.675" v="14" actId="478"/>
          <ac:picMkLst>
            <pc:docMk/>
            <pc:sldMk cId="2489808024" sldId="277"/>
            <ac:picMk id="8" creationId="{AA627FBD-11C8-C5B7-FD3D-7A02D33160A2}"/>
          </ac:picMkLst>
        </pc:picChg>
      </pc:sldChg>
      <pc:sldChg chg="new del">
        <pc:chgData name="Sebastian Schulz" userId="7b9eb8de-fba4-4de7-9449-93f55919c255" providerId="ADAL" clId="{1D6250A4-E3D4-E945-AE4C-F3A4204F181B}" dt="2025-04-30T19:54:51.477" v="17" actId="2696"/>
        <pc:sldMkLst>
          <pc:docMk/>
          <pc:sldMk cId="340708463" sldId="278"/>
        </pc:sldMkLst>
      </pc:sldChg>
      <pc:sldChg chg="addSp delSp modSp add mod ord modNotesTx">
        <pc:chgData name="Sebastian Schulz" userId="7b9eb8de-fba4-4de7-9449-93f55919c255" providerId="ADAL" clId="{1D6250A4-E3D4-E945-AE4C-F3A4204F181B}" dt="2025-05-27T06:12:49.196" v="31506" actId="20577"/>
        <pc:sldMkLst>
          <pc:docMk/>
          <pc:sldMk cId="1955856052" sldId="278"/>
        </pc:sldMkLst>
        <pc:spChg chg="mod">
          <ac:chgData name="Sebastian Schulz" userId="7b9eb8de-fba4-4de7-9449-93f55919c255" providerId="ADAL" clId="{1D6250A4-E3D4-E945-AE4C-F3A4204F181B}" dt="2025-05-25T15:28:18.474" v="27549" actId="20577"/>
          <ac:spMkLst>
            <pc:docMk/>
            <pc:sldMk cId="1955856052" sldId="278"/>
            <ac:spMk id="2" creationId="{AAED3860-7F53-5C6D-D9F3-B658EE598594}"/>
          </ac:spMkLst>
        </pc:spChg>
        <pc:spChg chg="add del mod">
          <ac:chgData name="Sebastian Schulz" userId="7b9eb8de-fba4-4de7-9449-93f55919c255" providerId="ADAL" clId="{1D6250A4-E3D4-E945-AE4C-F3A4204F181B}" dt="2025-05-25T13:05:46.251" v="26183" actId="478"/>
          <ac:spMkLst>
            <pc:docMk/>
            <pc:sldMk cId="1955856052" sldId="278"/>
            <ac:spMk id="3" creationId="{0F253E09-21CE-1EAA-8849-75B1FEDD174F}"/>
          </ac:spMkLst>
        </pc:spChg>
        <pc:spChg chg="del">
          <ac:chgData name="Sebastian Schulz" userId="7b9eb8de-fba4-4de7-9449-93f55919c255" providerId="ADAL" clId="{1D6250A4-E3D4-E945-AE4C-F3A4204F181B}" dt="2025-04-30T20:00:18.784" v="465" actId="478"/>
          <ac:spMkLst>
            <pc:docMk/>
            <pc:sldMk cId="1955856052" sldId="278"/>
            <ac:spMk id="3" creationId="{2D316F82-8EB7-D1C8-096A-D5177F7B6E73}"/>
          </ac:spMkLst>
        </pc:spChg>
        <pc:spChg chg="add del mod">
          <ac:chgData name="Sebastian Schulz" userId="7b9eb8de-fba4-4de7-9449-93f55919c255" providerId="ADAL" clId="{1D6250A4-E3D4-E945-AE4C-F3A4204F181B}" dt="2025-05-25T13:04:54.644" v="26176" actId="478"/>
          <ac:spMkLst>
            <pc:docMk/>
            <pc:sldMk cId="1955856052" sldId="278"/>
            <ac:spMk id="5" creationId="{AB931E5C-4B62-8300-FD2F-9E7FF95A2BFA}"/>
          </ac:spMkLst>
        </pc:spChg>
        <pc:spChg chg="add mod">
          <ac:chgData name="Sebastian Schulz" userId="7b9eb8de-fba4-4de7-9449-93f55919c255" providerId="ADAL" clId="{1D6250A4-E3D4-E945-AE4C-F3A4204F181B}" dt="2025-05-25T13:06:52.094" v="26308" actId="20577"/>
          <ac:spMkLst>
            <pc:docMk/>
            <pc:sldMk cId="1955856052" sldId="278"/>
            <ac:spMk id="7" creationId="{E2BDCA23-6449-FE2C-6B53-9C4511A576E7}"/>
          </ac:spMkLst>
        </pc:spChg>
        <pc:spChg chg="add mod">
          <ac:chgData name="Sebastian Schulz" userId="7b9eb8de-fba4-4de7-9449-93f55919c255" providerId="ADAL" clId="{1D6250A4-E3D4-E945-AE4C-F3A4204F181B}" dt="2025-05-27T06:12:49.196" v="31506" actId="20577"/>
          <ac:spMkLst>
            <pc:docMk/>
            <pc:sldMk cId="1955856052" sldId="278"/>
            <ac:spMk id="9" creationId="{2C0753D9-8CD7-E038-256E-1AF64A8AC24D}"/>
          </ac:spMkLst>
        </pc:spChg>
        <pc:spChg chg="add mod">
          <ac:chgData name="Sebastian Schulz" userId="7b9eb8de-fba4-4de7-9449-93f55919c255" providerId="ADAL" clId="{1D6250A4-E3D4-E945-AE4C-F3A4204F181B}" dt="2025-05-25T13:08:58.102" v="26375" actId="1076"/>
          <ac:spMkLst>
            <pc:docMk/>
            <pc:sldMk cId="1955856052" sldId="278"/>
            <ac:spMk id="11" creationId="{31639FFC-F01E-7AD7-56F3-4C304454774E}"/>
          </ac:spMkLst>
        </pc:spChg>
        <pc:picChg chg="add del mod">
          <ac:chgData name="Sebastian Schulz" userId="7b9eb8de-fba4-4de7-9449-93f55919c255" providerId="ADAL" clId="{1D6250A4-E3D4-E945-AE4C-F3A4204F181B}" dt="2025-05-25T13:05:31.779" v="26181" actId="478"/>
          <ac:picMkLst>
            <pc:docMk/>
            <pc:sldMk cId="1955856052" sldId="278"/>
            <ac:picMk id="6" creationId="{C951795C-B5BF-1AE6-C5A3-BF95470910A8}"/>
          </ac:picMkLst>
        </pc:picChg>
        <pc:picChg chg="add mod">
          <ac:chgData name="Sebastian Schulz" userId="7b9eb8de-fba4-4de7-9449-93f55919c255" providerId="ADAL" clId="{1D6250A4-E3D4-E945-AE4C-F3A4204F181B}" dt="2025-05-25T13:09:13.022" v="26376" actId="692"/>
          <ac:picMkLst>
            <pc:docMk/>
            <pc:sldMk cId="1955856052" sldId="278"/>
            <ac:picMk id="1026" creationId="{978ED1DC-5A43-04D1-7361-D0F6334FE3FD}"/>
          </ac:picMkLst>
        </pc:picChg>
      </pc:sldChg>
      <pc:sldChg chg="addSp delSp modSp add mod ord">
        <pc:chgData name="Sebastian Schulz" userId="7b9eb8de-fba4-4de7-9449-93f55919c255" providerId="ADAL" clId="{1D6250A4-E3D4-E945-AE4C-F3A4204F181B}" dt="2025-05-26T11:17:40.163" v="28810" actId="20577"/>
        <pc:sldMkLst>
          <pc:docMk/>
          <pc:sldMk cId="1320962502" sldId="279"/>
        </pc:sldMkLst>
        <pc:spChg chg="mod">
          <ac:chgData name="Sebastian Schulz" userId="7b9eb8de-fba4-4de7-9449-93f55919c255" providerId="ADAL" clId="{1D6250A4-E3D4-E945-AE4C-F3A4204F181B}" dt="2025-05-26T11:17:40.163" v="28810" actId="20577"/>
          <ac:spMkLst>
            <pc:docMk/>
            <pc:sldMk cId="1320962502" sldId="279"/>
            <ac:spMk id="2" creationId="{616BC353-5BB6-DE42-2DAB-900A3287DE21}"/>
          </ac:spMkLst>
        </pc:spChg>
        <pc:spChg chg="add del mod">
          <ac:chgData name="Sebastian Schulz" userId="7b9eb8de-fba4-4de7-9449-93f55919c255" providerId="ADAL" clId="{1D6250A4-E3D4-E945-AE4C-F3A4204F181B}" dt="2025-05-25T13:42:52.423" v="26839" actId="478"/>
          <ac:spMkLst>
            <pc:docMk/>
            <pc:sldMk cId="1320962502" sldId="279"/>
            <ac:spMk id="3" creationId="{E1AF40AF-9CDB-36B7-950D-A1CC962DF451}"/>
          </ac:spMkLst>
        </pc:spChg>
        <pc:spChg chg="add mod">
          <ac:chgData name="Sebastian Schulz" userId="7b9eb8de-fba4-4de7-9449-93f55919c255" providerId="ADAL" clId="{1D6250A4-E3D4-E945-AE4C-F3A4204F181B}" dt="2025-05-25T13:44:20.733" v="27023" actId="20577"/>
          <ac:spMkLst>
            <pc:docMk/>
            <pc:sldMk cId="1320962502" sldId="279"/>
            <ac:spMk id="5" creationId="{A6F9935A-58F6-85BC-84B9-E044956E5061}"/>
          </ac:spMkLst>
        </pc:spChg>
        <pc:spChg chg="add mod">
          <ac:chgData name="Sebastian Schulz" userId="7b9eb8de-fba4-4de7-9449-93f55919c255" providerId="ADAL" clId="{1D6250A4-E3D4-E945-AE4C-F3A4204F181B}" dt="2025-05-25T17:28:15.991" v="27699" actId="113"/>
          <ac:spMkLst>
            <pc:docMk/>
            <pc:sldMk cId="1320962502" sldId="279"/>
            <ac:spMk id="7" creationId="{E058A84B-C0E4-CAE1-2A27-B44DCA20D629}"/>
          </ac:spMkLst>
        </pc:spChg>
      </pc:sldChg>
      <pc:sldChg chg="addSp delSp modSp add mod ord">
        <pc:chgData name="Sebastian Schulz" userId="7b9eb8de-fba4-4de7-9449-93f55919c255" providerId="ADAL" clId="{1D6250A4-E3D4-E945-AE4C-F3A4204F181B}" dt="2025-05-25T17:28:35.196" v="27714" actId="1036"/>
        <pc:sldMkLst>
          <pc:docMk/>
          <pc:sldMk cId="3555981415" sldId="280"/>
        </pc:sldMkLst>
        <pc:spChg chg="mod">
          <ac:chgData name="Sebastian Schulz" userId="7b9eb8de-fba4-4de7-9449-93f55919c255" providerId="ADAL" clId="{1D6250A4-E3D4-E945-AE4C-F3A4204F181B}" dt="2025-05-25T15:28:29.469" v="27561" actId="20577"/>
          <ac:spMkLst>
            <pc:docMk/>
            <pc:sldMk cId="3555981415" sldId="280"/>
            <ac:spMk id="2" creationId="{FE6D6D66-E849-AF81-05BB-365F573493D9}"/>
          </ac:spMkLst>
        </pc:spChg>
        <pc:spChg chg="add del mod">
          <ac:chgData name="Sebastian Schulz" userId="7b9eb8de-fba4-4de7-9449-93f55919c255" providerId="ADAL" clId="{1D6250A4-E3D4-E945-AE4C-F3A4204F181B}" dt="2025-05-25T13:34:11.458" v="26801" actId="478"/>
          <ac:spMkLst>
            <pc:docMk/>
            <pc:sldMk cId="3555981415" sldId="280"/>
            <ac:spMk id="3" creationId="{017CEE67-FE6D-B1CD-93D4-B5DB74958DA3}"/>
          </ac:spMkLst>
        </pc:spChg>
        <pc:spChg chg="add mod">
          <ac:chgData name="Sebastian Schulz" userId="7b9eb8de-fba4-4de7-9449-93f55919c255" providerId="ADAL" clId="{1D6250A4-E3D4-E945-AE4C-F3A4204F181B}" dt="2025-05-25T17:28:35.196" v="27714" actId="1036"/>
          <ac:spMkLst>
            <pc:docMk/>
            <pc:sldMk cId="3555981415" sldId="280"/>
            <ac:spMk id="5" creationId="{FB33E6A3-9A7D-7297-6689-C998882A22D7}"/>
          </ac:spMkLst>
        </pc:spChg>
        <pc:spChg chg="add mod">
          <ac:chgData name="Sebastian Schulz" userId="7b9eb8de-fba4-4de7-9449-93f55919c255" providerId="ADAL" clId="{1D6250A4-E3D4-E945-AE4C-F3A4204F181B}" dt="2025-05-25T13:26:34.655" v="26556" actId="1076"/>
          <ac:spMkLst>
            <pc:docMk/>
            <pc:sldMk cId="3555981415" sldId="280"/>
            <ac:spMk id="7" creationId="{86EF0D82-6FA4-F7DE-E80C-B7BCC827B205}"/>
          </ac:spMkLst>
        </pc:spChg>
        <pc:spChg chg="add mod">
          <ac:chgData name="Sebastian Schulz" userId="7b9eb8de-fba4-4de7-9449-93f55919c255" providerId="ADAL" clId="{1D6250A4-E3D4-E945-AE4C-F3A4204F181B}" dt="2025-05-25T13:26:40.249" v="26557" actId="1076"/>
          <ac:spMkLst>
            <pc:docMk/>
            <pc:sldMk cId="3555981415" sldId="280"/>
            <ac:spMk id="9" creationId="{227222FE-A221-C453-7010-1BAFD8896595}"/>
          </ac:spMkLst>
        </pc:spChg>
        <pc:spChg chg="add mod">
          <ac:chgData name="Sebastian Schulz" userId="7b9eb8de-fba4-4de7-9449-93f55919c255" providerId="ADAL" clId="{1D6250A4-E3D4-E945-AE4C-F3A4204F181B}" dt="2025-05-25T17:28:30.312" v="27707" actId="1036"/>
          <ac:spMkLst>
            <pc:docMk/>
            <pc:sldMk cId="3555981415" sldId="280"/>
            <ac:spMk id="12" creationId="{E60BA350-D05B-5023-5184-B4C49CEA2B94}"/>
          </ac:spMkLst>
        </pc:spChg>
        <pc:spChg chg="add mod">
          <ac:chgData name="Sebastian Schulz" userId="7b9eb8de-fba4-4de7-9449-93f55919c255" providerId="ADAL" clId="{1D6250A4-E3D4-E945-AE4C-F3A4204F181B}" dt="2025-05-25T17:28:30.312" v="27707" actId="1036"/>
          <ac:spMkLst>
            <pc:docMk/>
            <pc:sldMk cId="3555981415" sldId="280"/>
            <ac:spMk id="13" creationId="{146980C7-C62B-5845-3CCE-D3B863CA5F57}"/>
          </ac:spMkLst>
        </pc:spChg>
        <pc:spChg chg="add mod">
          <ac:chgData name="Sebastian Schulz" userId="7b9eb8de-fba4-4de7-9449-93f55919c255" providerId="ADAL" clId="{1D6250A4-E3D4-E945-AE4C-F3A4204F181B}" dt="2025-05-25T17:28:30.312" v="27707" actId="1036"/>
          <ac:spMkLst>
            <pc:docMk/>
            <pc:sldMk cId="3555981415" sldId="280"/>
            <ac:spMk id="14" creationId="{EEA2B736-886C-F0BF-56CE-E4AC46717971}"/>
          </ac:spMkLst>
        </pc:spChg>
        <pc:spChg chg="add mod">
          <ac:chgData name="Sebastian Schulz" userId="7b9eb8de-fba4-4de7-9449-93f55919c255" providerId="ADAL" clId="{1D6250A4-E3D4-E945-AE4C-F3A4204F181B}" dt="2025-05-25T17:28:30.312" v="27707" actId="1036"/>
          <ac:spMkLst>
            <pc:docMk/>
            <pc:sldMk cId="3555981415" sldId="280"/>
            <ac:spMk id="15" creationId="{C7791FF4-0173-2DE6-C230-EAD7E18C7993}"/>
          </ac:spMkLst>
        </pc:spChg>
        <pc:spChg chg="add mod">
          <ac:chgData name="Sebastian Schulz" userId="7b9eb8de-fba4-4de7-9449-93f55919c255" providerId="ADAL" clId="{1D6250A4-E3D4-E945-AE4C-F3A4204F181B}" dt="2025-05-25T17:28:30.312" v="27707" actId="1036"/>
          <ac:spMkLst>
            <pc:docMk/>
            <pc:sldMk cId="3555981415" sldId="280"/>
            <ac:spMk id="16" creationId="{DEA587B7-3623-502E-8CFB-A3396F3E7DE7}"/>
          </ac:spMkLst>
        </pc:spChg>
        <pc:spChg chg="add mod">
          <ac:chgData name="Sebastian Schulz" userId="7b9eb8de-fba4-4de7-9449-93f55919c255" providerId="ADAL" clId="{1D6250A4-E3D4-E945-AE4C-F3A4204F181B}" dt="2025-05-25T17:28:30.312" v="27707" actId="1036"/>
          <ac:spMkLst>
            <pc:docMk/>
            <pc:sldMk cId="3555981415" sldId="280"/>
            <ac:spMk id="17" creationId="{C041FE49-36E1-56B9-1EEE-490FFDACEB13}"/>
          </ac:spMkLst>
        </pc:spChg>
        <pc:spChg chg="add mod">
          <ac:chgData name="Sebastian Schulz" userId="7b9eb8de-fba4-4de7-9449-93f55919c255" providerId="ADAL" clId="{1D6250A4-E3D4-E945-AE4C-F3A4204F181B}" dt="2025-05-25T17:28:30.312" v="27707" actId="1036"/>
          <ac:spMkLst>
            <pc:docMk/>
            <pc:sldMk cId="3555981415" sldId="280"/>
            <ac:spMk id="18" creationId="{25A10296-4B88-D23A-090F-69A43B0637AD}"/>
          </ac:spMkLst>
        </pc:spChg>
        <pc:spChg chg="add mod">
          <ac:chgData name="Sebastian Schulz" userId="7b9eb8de-fba4-4de7-9449-93f55919c255" providerId="ADAL" clId="{1D6250A4-E3D4-E945-AE4C-F3A4204F181B}" dt="2025-05-25T17:28:30.312" v="27707" actId="1036"/>
          <ac:spMkLst>
            <pc:docMk/>
            <pc:sldMk cId="3555981415" sldId="280"/>
            <ac:spMk id="19" creationId="{8A966506-B3A1-6144-0322-80025DAF254B}"/>
          </ac:spMkLst>
        </pc:spChg>
        <pc:spChg chg="add mod">
          <ac:chgData name="Sebastian Schulz" userId="7b9eb8de-fba4-4de7-9449-93f55919c255" providerId="ADAL" clId="{1D6250A4-E3D4-E945-AE4C-F3A4204F181B}" dt="2025-05-25T17:28:30.312" v="27707" actId="1036"/>
          <ac:spMkLst>
            <pc:docMk/>
            <pc:sldMk cId="3555981415" sldId="280"/>
            <ac:spMk id="20" creationId="{8ACB58C1-CCCF-4565-37D1-B00530622151}"/>
          </ac:spMkLst>
        </pc:spChg>
        <pc:picChg chg="add del mod">
          <ac:chgData name="Sebastian Schulz" userId="7b9eb8de-fba4-4de7-9449-93f55919c255" providerId="ADAL" clId="{1D6250A4-E3D4-E945-AE4C-F3A4204F181B}" dt="2025-05-25T13:18:42.568" v="26427" actId="478"/>
          <ac:picMkLst>
            <pc:docMk/>
            <pc:sldMk cId="3555981415" sldId="280"/>
            <ac:picMk id="10" creationId="{BB404927-6421-D7F5-1393-E0D59D3539FE}"/>
          </ac:picMkLst>
        </pc:picChg>
        <pc:picChg chg="add del mod modCrop">
          <ac:chgData name="Sebastian Schulz" userId="7b9eb8de-fba4-4de7-9449-93f55919c255" providerId="ADAL" clId="{1D6250A4-E3D4-E945-AE4C-F3A4204F181B}" dt="2025-05-25T13:30:10.508" v="26558" actId="478"/>
          <ac:picMkLst>
            <pc:docMk/>
            <pc:sldMk cId="3555981415" sldId="280"/>
            <ac:picMk id="11" creationId="{057B31A3-5D45-0F50-F1EF-BA053EE156E8}"/>
          </ac:picMkLst>
        </pc:picChg>
        <pc:picChg chg="add del mod">
          <ac:chgData name="Sebastian Schulz" userId="7b9eb8de-fba4-4de7-9449-93f55919c255" providerId="ADAL" clId="{1D6250A4-E3D4-E945-AE4C-F3A4204F181B}" dt="2025-05-25T13:30:32.031" v="26562" actId="478"/>
          <ac:picMkLst>
            <pc:docMk/>
            <pc:sldMk cId="3555981415" sldId="280"/>
            <ac:picMk id="21" creationId="{24F6ECE7-54E6-5502-9E47-ED723C1D1330}"/>
          </ac:picMkLst>
        </pc:picChg>
        <pc:picChg chg="add mod modCrop">
          <ac:chgData name="Sebastian Schulz" userId="7b9eb8de-fba4-4de7-9449-93f55919c255" providerId="ADAL" clId="{1D6250A4-E3D4-E945-AE4C-F3A4204F181B}" dt="2025-05-25T17:28:30.312" v="27707" actId="1036"/>
          <ac:picMkLst>
            <pc:docMk/>
            <pc:sldMk cId="3555981415" sldId="280"/>
            <ac:picMk id="22" creationId="{D16C9B33-62B6-33FA-1BA7-F781CEB1410A}"/>
          </ac:picMkLst>
        </pc:picChg>
      </pc:sldChg>
      <pc:sldChg chg="addSp delSp modSp add mod ord">
        <pc:chgData name="Sebastian Schulz" userId="7b9eb8de-fba4-4de7-9449-93f55919c255" providerId="ADAL" clId="{1D6250A4-E3D4-E945-AE4C-F3A4204F181B}" dt="2025-05-26T20:59:55.451" v="31504" actId="20577"/>
        <pc:sldMkLst>
          <pc:docMk/>
          <pc:sldMk cId="2212235598" sldId="281"/>
        </pc:sldMkLst>
        <pc:spChg chg="mod">
          <ac:chgData name="Sebastian Schulz" userId="7b9eb8de-fba4-4de7-9449-93f55919c255" providerId="ADAL" clId="{1D6250A4-E3D4-E945-AE4C-F3A4204F181B}" dt="2025-05-20T17:32:42.920" v="9323" actId="1076"/>
          <ac:spMkLst>
            <pc:docMk/>
            <pc:sldMk cId="2212235598" sldId="281"/>
            <ac:spMk id="2" creationId="{893B66F6-AA6B-06F3-1D59-3626C1A38E6F}"/>
          </ac:spMkLst>
        </pc:spChg>
        <pc:spChg chg="mod">
          <ac:chgData name="Sebastian Schulz" userId="7b9eb8de-fba4-4de7-9449-93f55919c255" providerId="ADAL" clId="{1D6250A4-E3D4-E945-AE4C-F3A4204F181B}" dt="2025-05-26T20:59:55.451" v="31504" actId="20577"/>
          <ac:spMkLst>
            <pc:docMk/>
            <pc:sldMk cId="2212235598" sldId="281"/>
            <ac:spMk id="3" creationId="{1E066EFF-B474-2495-4465-C1895BE2AC80}"/>
          </ac:spMkLst>
        </pc:spChg>
        <pc:spChg chg="add del mod">
          <ac:chgData name="Sebastian Schulz" userId="7b9eb8de-fba4-4de7-9449-93f55919c255" providerId="ADAL" clId="{1D6250A4-E3D4-E945-AE4C-F3A4204F181B}" dt="2025-05-25T17:31:13.369" v="27738" actId="478"/>
          <ac:spMkLst>
            <pc:docMk/>
            <pc:sldMk cId="2212235598" sldId="281"/>
            <ac:spMk id="5" creationId="{553BC392-214A-35DB-44FF-4A14AD9CD4AF}"/>
          </ac:spMkLst>
        </pc:spChg>
        <pc:spChg chg="del">
          <ac:chgData name="Sebastian Schulz" userId="7b9eb8de-fba4-4de7-9449-93f55919c255" providerId="ADAL" clId="{1D6250A4-E3D4-E945-AE4C-F3A4204F181B}" dt="2025-04-30T20:06:15.945" v="762" actId="478"/>
          <ac:spMkLst>
            <pc:docMk/>
            <pc:sldMk cId="2212235598" sldId="281"/>
            <ac:spMk id="10" creationId="{F35C0310-FD0B-94DF-A617-2506E435E75E}"/>
          </ac:spMkLst>
        </pc:spChg>
        <pc:picChg chg="add mod">
          <ac:chgData name="Sebastian Schulz" userId="7b9eb8de-fba4-4de7-9449-93f55919c255" providerId="ADAL" clId="{1D6250A4-E3D4-E945-AE4C-F3A4204F181B}" dt="2025-05-26T14:36:55.855" v="29870" actId="1076"/>
          <ac:picMkLst>
            <pc:docMk/>
            <pc:sldMk cId="2212235598" sldId="281"/>
            <ac:picMk id="6" creationId="{AE932F6E-0B97-35F1-9496-0A905C7B738D}"/>
          </ac:picMkLst>
        </pc:picChg>
      </pc:sldChg>
      <pc:sldChg chg="addSp modSp add mod ord modShow">
        <pc:chgData name="Sebastian Schulz" userId="7b9eb8de-fba4-4de7-9449-93f55919c255" providerId="ADAL" clId="{1D6250A4-E3D4-E945-AE4C-F3A4204F181B}" dt="2025-05-25T17:35:44.093" v="28036" actId="20578"/>
        <pc:sldMkLst>
          <pc:docMk/>
          <pc:sldMk cId="3048224138" sldId="282"/>
        </pc:sldMkLst>
        <pc:spChg chg="mod">
          <ac:chgData name="Sebastian Schulz" userId="7b9eb8de-fba4-4de7-9449-93f55919c255" providerId="ADAL" clId="{1D6250A4-E3D4-E945-AE4C-F3A4204F181B}" dt="2025-05-16T12:32:38.364" v="7259" actId="1076"/>
          <ac:spMkLst>
            <pc:docMk/>
            <pc:sldMk cId="3048224138" sldId="282"/>
            <ac:spMk id="2" creationId="{54262B32-01F3-5AD4-16AB-DEDFF1CD8288}"/>
          </ac:spMkLst>
        </pc:spChg>
        <pc:spChg chg="add mod">
          <ac:chgData name="Sebastian Schulz" userId="7b9eb8de-fba4-4de7-9449-93f55919c255" providerId="ADAL" clId="{1D6250A4-E3D4-E945-AE4C-F3A4204F181B}" dt="2025-05-01T17:06:59.440" v="3689" actId="1076"/>
          <ac:spMkLst>
            <pc:docMk/>
            <pc:sldMk cId="3048224138" sldId="282"/>
            <ac:spMk id="6" creationId="{7F19E67F-C893-CB2B-0F89-A6640E54F943}"/>
          </ac:spMkLst>
        </pc:spChg>
        <pc:spChg chg="add mod">
          <ac:chgData name="Sebastian Schulz" userId="7b9eb8de-fba4-4de7-9449-93f55919c255" providerId="ADAL" clId="{1D6250A4-E3D4-E945-AE4C-F3A4204F181B}" dt="2025-05-16T12:56:47.227" v="7375" actId="14100"/>
          <ac:spMkLst>
            <pc:docMk/>
            <pc:sldMk cId="3048224138" sldId="282"/>
            <ac:spMk id="7" creationId="{954957A2-481B-CC49-BBCD-EE3F6EC71CDC}"/>
          </ac:spMkLst>
        </pc:spChg>
        <pc:graphicFrameChg chg="mod modGraphic">
          <ac:chgData name="Sebastian Schulz" userId="7b9eb8de-fba4-4de7-9449-93f55919c255" providerId="ADAL" clId="{1D6250A4-E3D4-E945-AE4C-F3A4204F181B}" dt="2025-05-16T13:44:30.019" v="7737" actId="20577"/>
          <ac:graphicFrameMkLst>
            <pc:docMk/>
            <pc:sldMk cId="3048224138" sldId="282"/>
            <ac:graphicFrameMk id="5" creationId="{3D9BF876-AC3E-1B79-64AD-A0319DBC7031}"/>
          </ac:graphicFrameMkLst>
        </pc:graphicFrameChg>
      </pc:sldChg>
      <pc:sldChg chg="addSp delSp modSp add mod ord modNotesTx">
        <pc:chgData name="Sebastian Schulz" userId="7b9eb8de-fba4-4de7-9449-93f55919c255" providerId="ADAL" clId="{1D6250A4-E3D4-E945-AE4C-F3A4204F181B}" dt="2025-05-26T18:44:33.088" v="30384" actId="20577"/>
        <pc:sldMkLst>
          <pc:docMk/>
          <pc:sldMk cId="3297497483" sldId="283"/>
        </pc:sldMkLst>
        <pc:spChg chg="mod">
          <ac:chgData name="Sebastian Schulz" userId="7b9eb8de-fba4-4de7-9449-93f55919c255" providerId="ADAL" clId="{1D6250A4-E3D4-E945-AE4C-F3A4204F181B}" dt="2025-05-24T18:02:23.199" v="23476" actId="20577"/>
          <ac:spMkLst>
            <pc:docMk/>
            <pc:sldMk cId="3297497483" sldId="283"/>
            <ac:spMk id="2" creationId="{BDD67254-17A2-1254-967F-E54EFFC5DF9E}"/>
          </ac:spMkLst>
        </pc:spChg>
        <pc:spChg chg="add del mod">
          <ac:chgData name="Sebastian Schulz" userId="7b9eb8de-fba4-4de7-9449-93f55919c255" providerId="ADAL" clId="{1D6250A4-E3D4-E945-AE4C-F3A4204F181B}" dt="2025-05-22T20:40:43.803" v="16712" actId="478"/>
          <ac:spMkLst>
            <pc:docMk/>
            <pc:sldMk cId="3297497483" sldId="283"/>
            <ac:spMk id="3" creationId="{C903D23F-AADF-CA10-4696-8ACC96CF973C}"/>
          </ac:spMkLst>
        </pc:spChg>
        <pc:spChg chg="add mod">
          <ac:chgData name="Sebastian Schulz" userId="7b9eb8de-fba4-4de7-9449-93f55919c255" providerId="ADAL" clId="{1D6250A4-E3D4-E945-AE4C-F3A4204F181B}" dt="2025-05-22T21:04:28.415" v="17345" actId="207"/>
          <ac:spMkLst>
            <pc:docMk/>
            <pc:sldMk cId="3297497483" sldId="283"/>
            <ac:spMk id="6" creationId="{DF33DBD6-9B04-5C46-73B1-E8815813E5FC}"/>
          </ac:spMkLst>
        </pc:spChg>
        <pc:spChg chg="add mod">
          <ac:chgData name="Sebastian Schulz" userId="7b9eb8de-fba4-4de7-9449-93f55919c255" providerId="ADAL" clId="{1D6250A4-E3D4-E945-AE4C-F3A4204F181B}" dt="2025-05-22T21:04:28.415" v="17345" actId="207"/>
          <ac:spMkLst>
            <pc:docMk/>
            <pc:sldMk cId="3297497483" sldId="283"/>
            <ac:spMk id="9" creationId="{428B6F9B-7AB5-E495-5BB1-199C4A7AB917}"/>
          </ac:spMkLst>
        </pc:spChg>
        <pc:spChg chg="add mod">
          <ac:chgData name="Sebastian Schulz" userId="7b9eb8de-fba4-4de7-9449-93f55919c255" providerId="ADAL" clId="{1D6250A4-E3D4-E945-AE4C-F3A4204F181B}" dt="2025-05-26T18:42:46.780" v="30375" actId="207"/>
          <ac:spMkLst>
            <pc:docMk/>
            <pc:sldMk cId="3297497483" sldId="283"/>
            <ac:spMk id="12" creationId="{3CD1EAAC-EA3A-6F68-29E1-44F51D05C84C}"/>
          </ac:spMkLst>
        </pc:spChg>
        <pc:spChg chg="add mod">
          <ac:chgData name="Sebastian Schulz" userId="7b9eb8de-fba4-4de7-9449-93f55919c255" providerId="ADAL" clId="{1D6250A4-E3D4-E945-AE4C-F3A4204F181B}" dt="2025-05-26T18:43:54.471" v="30380" actId="20577"/>
          <ac:spMkLst>
            <pc:docMk/>
            <pc:sldMk cId="3297497483" sldId="283"/>
            <ac:spMk id="14" creationId="{323E14B3-13EF-CE7C-B449-B1D1A1248F6A}"/>
          </ac:spMkLst>
        </pc:spChg>
        <pc:spChg chg="add mod">
          <ac:chgData name="Sebastian Schulz" userId="7b9eb8de-fba4-4de7-9449-93f55919c255" providerId="ADAL" clId="{1D6250A4-E3D4-E945-AE4C-F3A4204F181B}" dt="2025-05-22T21:03:43.575" v="17340" actId="113"/>
          <ac:spMkLst>
            <pc:docMk/>
            <pc:sldMk cId="3297497483" sldId="283"/>
            <ac:spMk id="16" creationId="{D139E10E-871D-9E1A-2217-DF874B403803}"/>
          </ac:spMkLst>
        </pc:spChg>
        <pc:spChg chg="add mod">
          <ac:chgData name="Sebastian Schulz" userId="7b9eb8de-fba4-4de7-9449-93f55919c255" providerId="ADAL" clId="{1D6250A4-E3D4-E945-AE4C-F3A4204F181B}" dt="2025-05-26T18:42:54.665" v="30379" actId="20577"/>
          <ac:spMkLst>
            <pc:docMk/>
            <pc:sldMk cId="3297497483" sldId="283"/>
            <ac:spMk id="18" creationId="{E0A56F20-1EAC-A438-3036-D899BA2256CB}"/>
          </ac:spMkLst>
        </pc:spChg>
        <pc:spChg chg="add mod">
          <ac:chgData name="Sebastian Schulz" userId="7b9eb8de-fba4-4de7-9449-93f55919c255" providerId="ADAL" clId="{1D6250A4-E3D4-E945-AE4C-F3A4204F181B}" dt="2025-05-26T18:44:33.088" v="30384" actId="20577"/>
          <ac:spMkLst>
            <pc:docMk/>
            <pc:sldMk cId="3297497483" sldId="283"/>
            <ac:spMk id="20" creationId="{180C3BC2-C0C0-60DC-5C34-20D314FCB1DC}"/>
          </ac:spMkLst>
        </pc:spChg>
        <pc:spChg chg="add mod">
          <ac:chgData name="Sebastian Schulz" userId="7b9eb8de-fba4-4de7-9449-93f55919c255" providerId="ADAL" clId="{1D6250A4-E3D4-E945-AE4C-F3A4204F181B}" dt="2025-05-22T20:56:08.823" v="17199" actId="1076"/>
          <ac:spMkLst>
            <pc:docMk/>
            <pc:sldMk cId="3297497483" sldId="283"/>
            <ac:spMk id="23" creationId="{623EB2F0-79C9-C0E6-4DFC-6AC3DAF41FF8}"/>
          </ac:spMkLst>
        </pc:spChg>
        <pc:spChg chg="add mod">
          <ac:chgData name="Sebastian Schulz" userId="7b9eb8de-fba4-4de7-9449-93f55919c255" providerId="ADAL" clId="{1D6250A4-E3D4-E945-AE4C-F3A4204F181B}" dt="2025-05-24T16:27:48.243" v="22780" actId="20577"/>
          <ac:spMkLst>
            <pc:docMk/>
            <pc:sldMk cId="3297497483" sldId="283"/>
            <ac:spMk id="24" creationId="{08CD6EE2-38F0-9A6C-BF16-78E604B20D93}"/>
          </ac:spMkLst>
        </pc:spChg>
        <pc:graphicFrameChg chg="del modGraphic">
          <ac:chgData name="Sebastian Schulz" userId="7b9eb8de-fba4-4de7-9449-93f55919c255" providerId="ADAL" clId="{1D6250A4-E3D4-E945-AE4C-F3A4204F181B}" dt="2025-04-30T20:14:42.092" v="1281" actId="478"/>
          <ac:graphicFrameMkLst>
            <pc:docMk/>
            <pc:sldMk cId="3297497483" sldId="283"/>
            <ac:graphicFrameMk id="5" creationId="{885FAF0E-C0A2-B1D7-04C6-EA688047F5A0}"/>
          </ac:graphicFrameMkLst>
        </pc:graphicFrameChg>
        <pc:picChg chg="add mod modCrop">
          <ac:chgData name="Sebastian Schulz" userId="7b9eb8de-fba4-4de7-9449-93f55919c255" providerId="ADAL" clId="{1D6250A4-E3D4-E945-AE4C-F3A4204F181B}" dt="2025-05-22T20:54:55.404" v="17167" actId="1037"/>
          <ac:picMkLst>
            <pc:docMk/>
            <pc:sldMk cId="3297497483" sldId="283"/>
            <ac:picMk id="7" creationId="{F2B7BC71-2BC7-67A4-DD43-0FDCE8617858}"/>
          </ac:picMkLst>
        </pc:picChg>
        <pc:picChg chg="add mod">
          <ac:chgData name="Sebastian Schulz" userId="7b9eb8de-fba4-4de7-9449-93f55919c255" providerId="ADAL" clId="{1D6250A4-E3D4-E945-AE4C-F3A4204F181B}" dt="2025-05-22T20:55:16.407" v="17193" actId="1036"/>
          <ac:picMkLst>
            <pc:docMk/>
            <pc:sldMk cId="3297497483" sldId="283"/>
            <ac:picMk id="10" creationId="{92625FE1-4886-9BB1-5F47-9AFFBB6E89CB}"/>
          </ac:picMkLst>
        </pc:picChg>
        <pc:picChg chg="add mod">
          <ac:chgData name="Sebastian Schulz" userId="7b9eb8de-fba4-4de7-9449-93f55919c255" providerId="ADAL" clId="{1D6250A4-E3D4-E945-AE4C-F3A4204F181B}" dt="2025-05-22T20:50:04.837" v="16979" actId="1076"/>
          <ac:picMkLst>
            <pc:docMk/>
            <pc:sldMk cId="3297497483" sldId="283"/>
            <ac:picMk id="21" creationId="{B3BC6323-804B-A085-3894-13962833CC5C}"/>
          </ac:picMkLst>
        </pc:picChg>
        <pc:picChg chg="add mod modCrop">
          <ac:chgData name="Sebastian Schulz" userId="7b9eb8de-fba4-4de7-9449-93f55919c255" providerId="ADAL" clId="{1D6250A4-E3D4-E945-AE4C-F3A4204F181B}" dt="2025-05-22T21:04:08.671" v="17342" actId="1076"/>
          <ac:picMkLst>
            <pc:docMk/>
            <pc:sldMk cId="3297497483" sldId="283"/>
            <ac:picMk id="22" creationId="{9E288C22-7E44-8E17-712D-90B019524AF9}"/>
          </ac:picMkLst>
        </pc:picChg>
      </pc:sldChg>
      <pc:sldChg chg="addSp delSp modSp add mod ord modShow">
        <pc:chgData name="Sebastian Schulz" userId="7b9eb8de-fba4-4de7-9449-93f55919c255" providerId="ADAL" clId="{1D6250A4-E3D4-E945-AE4C-F3A4204F181B}" dt="2025-05-25T17:18:29.090" v="27586" actId="20578"/>
        <pc:sldMkLst>
          <pc:docMk/>
          <pc:sldMk cId="472866507" sldId="284"/>
        </pc:sldMkLst>
        <pc:spChg chg="mod">
          <ac:chgData name="Sebastian Schulz" userId="7b9eb8de-fba4-4de7-9449-93f55919c255" providerId="ADAL" clId="{1D6250A4-E3D4-E945-AE4C-F3A4204F181B}" dt="2025-05-20T12:26:29.496" v="8377" actId="1076"/>
          <ac:spMkLst>
            <pc:docMk/>
            <pc:sldMk cId="472866507" sldId="284"/>
            <ac:spMk id="2" creationId="{5FA4DA82-0738-3ED5-1DA8-5CA19015393A}"/>
          </ac:spMkLst>
        </pc:spChg>
        <pc:spChg chg="add mod">
          <ac:chgData name="Sebastian Schulz" userId="7b9eb8de-fba4-4de7-9449-93f55919c255" providerId="ADAL" clId="{1D6250A4-E3D4-E945-AE4C-F3A4204F181B}" dt="2025-04-30T21:00:16.296" v="1487" actId="207"/>
          <ac:spMkLst>
            <pc:docMk/>
            <pc:sldMk cId="472866507" sldId="284"/>
            <ac:spMk id="3" creationId="{21BA4157-E9E9-BBC9-94E2-2E147EDE8867}"/>
          </ac:spMkLst>
        </pc:spChg>
        <pc:spChg chg="del">
          <ac:chgData name="Sebastian Schulz" userId="7b9eb8de-fba4-4de7-9449-93f55919c255" providerId="ADAL" clId="{1D6250A4-E3D4-E945-AE4C-F3A4204F181B}" dt="2025-04-30T21:00:03.639" v="1466" actId="478"/>
          <ac:spMkLst>
            <pc:docMk/>
            <pc:sldMk cId="472866507" sldId="284"/>
            <ac:spMk id="5" creationId="{BDE491BA-1267-5A44-5B7C-E3D200721A9E}"/>
          </ac:spMkLst>
        </pc:spChg>
        <pc:spChg chg="add mod">
          <ac:chgData name="Sebastian Schulz" userId="7b9eb8de-fba4-4de7-9449-93f55919c255" providerId="ADAL" clId="{1D6250A4-E3D4-E945-AE4C-F3A4204F181B}" dt="2025-04-30T21:01:01.862" v="1489" actId="1076"/>
          <ac:spMkLst>
            <pc:docMk/>
            <pc:sldMk cId="472866507" sldId="284"/>
            <ac:spMk id="7" creationId="{EDA484B9-BAEF-C269-04A0-FEACC919765E}"/>
          </ac:spMkLst>
        </pc:spChg>
        <pc:spChg chg="add mod">
          <ac:chgData name="Sebastian Schulz" userId="7b9eb8de-fba4-4de7-9449-93f55919c255" providerId="ADAL" clId="{1D6250A4-E3D4-E945-AE4C-F3A4204F181B}" dt="2025-04-30T21:02:38.921" v="1491" actId="1076"/>
          <ac:spMkLst>
            <pc:docMk/>
            <pc:sldMk cId="472866507" sldId="284"/>
            <ac:spMk id="9" creationId="{F1F2252C-862F-6A14-8F64-EFF697664250}"/>
          </ac:spMkLst>
        </pc:spChg>
        <pc:spChg chg="add mod">
          <ac:chgData name="Sebastian Schulz" userId="7b9eb8de-fba4-4de7-9449-93f55919c255" providerId="ADAL" clId="{1D6250A4-E3D4-E945-AE4C-F3A4204F181B}" dt="2025-04-30T21:10:48.958" v="1581"/>
          <ac:spMkLst>
            <pc:docMk/>
            <pc:sldMk cId="472866507" sldId="284"/>
            <ac:spMk id="10" creationId="{BCEB3F13-EE37-F7AF-F3B3-88B7AB17E8F5}"/>
          </ac:spMkLst>
        </pc:spChg>
        <pc:spChg chg="add mod">
          <ac:chgData name="Sebastian Schulz" userId="7b9eb8de-fba4-4de7-9449-93f55919c255" providerId="ADAL" clId="{1D6250A4-E3D4-E945-AE4C-F3A4204F181B}" dt="2025-04-30T21:16:20.484" v="1590" actId="1076"/>
          <ac:spMkLst>
            <pc:docMk/>
            <pc:sldMk cId="472866507" sldId="284"/>
            <ac:spMk id="12" creationId="{B15FA309-0D2D-E015-151E-A885B8E40639}"/>
          </ac:spMkLst>
        </pc:spChg>
      </pc:sldChg>
      <pc:sldChg chg="addSp delSp modSp add mod ord modNotesTx">
        <pc:chgData name="Sebastian Schulz" userId="7b9eb8de-fba4-4de7-9449-93f55919c255" providerId="ADAL" clId="{1D6250A4-E3D4-E945-AE4C-F3A4204F181B}" dt="2025-05-26T14:35:19.883" v="29862" actId="20577"/>
        <pc:sldMkLst>
          <pc:docMk/>
          <pc:sldMk cId="4293966434" sldId="285"/>
        </pc:sldMkLst>
        <pc:spChg chg="mod">
          <ac:chgData name="Sebastian Schulz" userId="7b9eb8de-fba4-4de7-9449-93f55919c255" providerId="ADAL" clId="{1D6250A4-E3D4-E945-AE4C-F3A4204F181B}" dt="2025-05-20T12:26:40.940" v="8379" actId="1076"/>
          <ac:spMkLst>
            <pc:docMk/>
            <pc:sldMk cId="4293966434" sldId="285"/>
            <ac:spMk id="2" creationId="{C49D9743-9443-18B7-7316-E9C3E435DF56}"/>
          </ac:spMkLst>
        </pc:spChg>
        <pc:spChg chg="del">
          <ac:chgData name="Sebastian Schulz" userId="7b9eb8de-fba4-4de7-9449-93f55919c255" providerId="ADAL" clId="{1D6250A4-E3D4-E945-AE4C-F3A4204F181B}" dt="2025-04-30T21:03:52.701" v="1494" actId="478"/>
          <ac:spMkLst>
            <pc:docMk/>
            <pc:sldMk cId="4293966434" sldId="285"/>
            <ac:spMk id="5" creationId="{5F6E759A-67BC-9266-0F5C-1B7C7FE5AEF9}"/>
          </ac:spMkLst>
        </pc:spChg>
        <pc:spChg chg="add mod">
          <ac:chgData name="Sebastian Schulz" userId="7b9eb8de-fba4-4de7-9449-93f55919c255" providerId="ADAL" clId="{1D6250A4-E3D4-E945-AE4C-F3A4204F181B}" dt="2025-05-20T21:37:59.236" v="11479" actId="404"/>
          <ac:spMkLst>
            <pc:docMk/>
            <pc:sldMk cId="4293966434" sldId="285"/>
            <ac:spMk id="6" creationId="{0202AEB6-C8E3-3613-2F98-B7B82DA12F28}"/>
          </ac:spMkLst>
        </pc:spChg>
        <pc:spChg chg="add mod">
          <ac:chgData name="Sebastian Schulz" userId="7b9eb8de-fba4-4de7-9449-93f55919c255" providerId="ADAL" clId="{1D6250A4-E3D4-E945-AE4C-F3A4204F181B}" dt="2025-05-26T14:35:19.883" v="29862" actId="20577"/>
          <ac:spMkLst>
            <pc:docMk/>
            <pc:sldMk cId="4293966434" sldId="285"/>
            <ac:spMk id="8" creationId="{C17A1AE0-7222-1139-EC1D-88113A3CEB7A}"/>
          </ac:spMkLst>
        </pc:spChg>
        <pc:picChg chg="add mod">
          <ac:chgData name="Sebastian Schulz" userId="7b9eb8de-fba4-4de7-9449-93f55919c255" providerId="ADAL" clId="{1D6250A4-E3D4-E945-AE4C-F3A4204F181B}" dt="2025-04-30T21:05:36.180" v="1546" actId="1076"/>
          <ac:picMkLst>
            <pc:docMk/>
            <pc:sldMk cId="4293966434" sldId="285"/>
            <ac:picMk id="1026" creationId="{E48C9201-FC97-B110-CFC6-5D870FC5BC8D}"/>
          </ac:picMkLst>
        </pc:picChg>
      </pc:sldChg>
      <pc:sldChg chg="addSp delSp modSp add mod">
        <pc:chgData name="Sebastian Schulz" userId="7b9eb8de-fba4-4de7-9449-93f55919c255" providerId="ADAL" clId="{1D6250A4-E3D4-E945-AE4C-F3A4204F181B}" dt="2025-05-26T13:32:25.340" v="29202" actId="1035"/>
        <pc:sldMkLst>
          <pc:docMk/>
          <pc:sldMk cId="3884126155" sldId="286"/>
        </pc:sldMkLst>
        <pc:spChg chg="mod">
          <ac:chgData name="Sebastian Schulz" userId="7b9eb8de-fba4-4de7-9449-93f55919c255" providerId="ADAL" clId="{1D6250A4-E3D4-E945-AE4C-F3A4204F181B}" dt="2025-05-20T12:26:08.466" v="8372" actId="1076"/>
          <ac:spMkLst>
            <pc:docMk/>
            <pc:sldMk cId="3884126155" sldId="286"/>
            <ac:spMk id="2" creationId="{4AD27120-3F5E-94B8-595D-71D3937106C2}"/>
          </ac:spMkLst>
        </pc:spChg>
        <pc:spChg chg="add mod">
          <ac:chgData name="Sebastian Schulz" userId="7b9eb8de-fba4-4de7-9449-93f55919c255" providerId="ADAL" clId="{1D6250A4-E3D4-E945-AE4C-F3A4204F181B}" dt="2025-05-26T13:32:02.266" v="29194" actId="1036"/>
          <ac:spMkLst>
            <pc:docMk/>
            <pc:sldMk cId="3884126155" sldId="286"/>
            <ac:spMk id="3" creationId="{66B3C332-8465-FA32-3CA2-06C32A42B077}"/>
          </ac:spMkLst>
        </pc:spChg>
        <pc:spChg chg="add mod">
          <ac:chgData name="Sebastian Schulz" userId="7b9eb8de-fba4-4de7-9449-93f55919c255" providerId="ADAL" clId="{1D6250A4-E3D4-E945-AE4C-F3A4204F181B}" dt="2025-05-26T13:31:55.345" v="29185" actId="20577"/>
          <ac:spMkLst>
            <pc:docMk/>
            <pc:sldMk cId="3884126155" sldId="286"/>
            <ac:spMk id="5" creationId="{38B538B2-1EB5-4C59-92D9-808E33983924}"/>
          </ac:spMkLst>
        </pc:spChg>
        <pc:spChg chg="del">
          <ac:chgData name="Sebastian Schulz" userId="7b9eb8de-fba4-4de7-9449-93f55919c255" providerId="ADAL" clId="{1D6250A4-E3D4-E945-AE4C-F3A4204F181B}" dt="2025-04-30T21:10:21.471" v="1575" actId="478"/>
          <ac:spMkLst>
            <pc:docMk/>
            <pc:sldMk cId="3884126155" sldId="286"/>
            <ac:spMk id="5" creationId="{EF5AD4CB-6D9F-65AA-B394-1CD28F779264}"/>
          </ac:spMkLst>
        </pc:spChg>
        <pc:spChg chg="add del mod">
          <ac:chgData name="Sebastian Schulz" userId="7b9eb8de-fba4-4de7-9449-93f55919c255" providerId="ADAL" clId="{1D6250A4-E3D4-E945-AE4C-F3A4204F181B}" dt="2025-04-30T21:10:47.034" v="1580" actId="21"/>
          <ac:spMkLst>
            <pc:docMk/>
            <pc:sldMk cId="3884126155" sldId="286"/>
            <ac:spMk id="6" creationId="{CEBA1C03-7DD2-BBA8-A294-CCC1D4985C9C}"/>
          </ac:spMkLst>
        </pc:spChg>
        <pc:spChg chg="add mod">
          <ac:chgData name="Sebastian Schulz" userId="7b9eb8de-fba4-4de7-9449-93f55919c255" providerId="ADAL" clId="{1D6250A4-E3D4-E945-AE4C-F3A4204F181B}" dt="2025-05-26T13:32:14.002" v="29197" actId="1076"/>
          <ac:spMkLst>
            <pc:docMk/>
            <pc:sldMk cId="3884126155" sldId="286"/>
            <ac:spMk id="8" creationId="{5F496263-7092-1595-8EE5-3B2AB3F0C9EE}"/>
          </ac:spMkLst>
        </pc:spChg>
        <pc:picChg chg="add del">
          <ac:chgData name="Sebastian Schulz" userId="7b9eb8de-fba4-4de7-9449-93f55919c255" providerId="ADAL" clId="{1D6250A4-E3D4-E945-AE4C-F3A4204F181B}" dt="2025-04-30T21:10:35.065" v="1577" actId="478"/>
          <ac:picMkLst>
            <pc:docMk/>
            <pc:sldMk cId="3884126155" sldId="286"/>
            <ac:picMk id="2050" creationId="{DB440B67-5F06-C72C-6B6E-FD9410285594}"/>
          </ac:picMkLst>
        </pc:picChg>
        <pc:picChg chg="add mod">
          <ac:chgData name="Sebastian Schulz" userId="7b9eb8de-fba4-4de7-9449-93f55919c255" providerId="ADAL" clId="{1D6250A4-E3D4-E945-AE4C-F3A4204F181B}" dt="2025-05-26T13:32:25.340" v="29202" actId="1035"/>
          <ac:picMkLst>
            <pc:docMk/>
            <pc:sldMk cId="3884126155" sldId="286"/>
            <ac:picMk id="2052" creationId="{36CF3589-CBC5-1E00-C2CD-0D622F8AA2C6}"/>
          </ac:picMkLst>
        </pc:picChg>
      </pc:sldChg>
      <pc:sldChg chg="addSp delSp modSp add mod modShow">
        <pc:chgData name="Sebastian Schulz" userId="7b9eb8de-fba4-4de7-9449-93f55919c255" providerId="ADAL" clId="{1D6250A4-E3D4-E945-AE4C-F3A4204F181B}" dt="2025-05-25T17:21:50.714" v="27670" actId="207"/>
        <pc:sldMkLst>
          <pc:docMk/>
          <pc:sldMk cId="1063374079" sldId="287"/>
        </pc:sldMkLst>
        <pc:spChg chg="mod">
          <ac:chgData name="Sebastian Schulz" userId="7b9eb8de-fba4-4de7-9449-93f55919c255" providerId="ADAL" clId="{1D6250A4-E3D4-E945-AE4C-F3A4204F181B}" dt="2025-05-20T12:25:34.956" v="8359" actId="1076"/>
          <ac:spMkLst>
            <pc:docMk/>
            <pc:sldMk cId="1063374079" sldId="287"/>
            <ac:spMk id="2" creationId="{62EEE68A-1550-7BA8-E9F6-CB9AA1041CCC}"/>
          </ac:spMkLst>
        </pc:spChg>
        <pc:spChg chg="add del mod">
          <ac:chgData name="Sebastian Schulz" userId="7b9eb8de-fba4-4de7-9449-93f55919c255" providerId="ADAL" clId="{1D6250A4-E3D4-E945-AE4C-F3A4204F181B}" dt="2025-05-25T14:45:36.308" v="27025" actId="478"/>
          <ac:spMkLst>
            <pc:docMk/>
            <pc:sldMk cId="1063374079" sldId="287"/>
            <ac:spMk id="3" creationId="{88F86538-A07D-39EC-44AD-5F87D9E61D47}"/>
          </ac:spMkLst>
        </pc:spChg>
        <pc:spChg chg="add del mod">
          <ac:chgData name="Sebastian Schulz" userId="7b9eb8de-fba4-4de7-9449-93f55919c255" providerId="ADAL" clId="{1D6250A4-E3D4-E945-AE4C-F3A4204F181B}" dt="2025-05-25T14:52:59.161" v="27047" actId="478"/>
          <ac:spMkLst>
            <pc:docMk/>
            <pc:sldMk cId="1063374079" sldId="287"/>
            <ac:spMk id="5" creationId="{5BBD266C-F60D-5D32-8A33-F9A9FFCE8D3F}"/>
          </ac:spMkLst>
        </pc:spChg>
        <pc:spChg chg="del">
          <ac:chgData name="Sebastian Schulz" userId="7b9eb8de-fba4-4de7-9449-93f55919c255" providerId="ADAL" clId="{1D6250A4-E3D4-E945-AE4C-F3A4204F181B}" dt="2025-05-01T10:31:55.636" v="1692" actId="478"/>
          <ac:spMkLst>
            <pc:docMk/>
            <pc:sldMk cId="1063374079" sldId="287"/>
            <ac:spMk id="6" creationId="{454EF20E-317A-D533-6B81-A9E708678057}"/>
          </ac:spMkLst>
        </pc:spChg>
        <pc:spChg chg="add mod">
          <ac:chgData name="Sebastian Schulz" userId="7b9eb8de-fba4-4de7-9449-93f55919c255" providerId="ADAL" clId="{1D6250A4-E3D4-E945-AE4C-F3A4204F181B}" dt="2025-05-25T17:21:50.714" v="27670" actId="207"/>
          <ac:spMkLst>
            <pc:docMk/>
            <pc:sldMk cId="1063374079" sldId="287"/>
            <ac:spMk id="7" creationId="{86AAE34B-8F1F-C183-435A-A912EB4C2115}"/>
          </ac:spMkLst>
        </pc:spChg>
        <pc:spChg chg="add mod">
          <ac:chgData name="Sebastian Schulz" userId="7b9eb8de-fba4-4de7-9449-93f55919c255" providerId="ADAL" clId="{1D6250A4-E3D4-E945-AE4C-F3A4204F181B}" dt="2025-05-22T13:30:10.957" v="13389" actId="113"/>
          <ac:spMkLst>
            <pc:docMk/>
            <pc:sldMk cId="1063374079" sldId="287"/>
            <ac:spMk id="8" creationId="{B31B6EDB-5980-0ABE-E81F-CE9F8064E724}"/>
          </ac:spMkLst>
        </pc:spChg>
        <pc:picChg chg="add mod">
          <ac:chgData name="Sebastian Schulz" userId="7b9eb8de-fba4-4de7-9449-93f55919c255" providerId="ADAL" clId="{1D6250A4-E3D4-E945-AE4C-F3A4204F181B}" dt="2025-05-25T14:53:13.843" v="27049" actId="1076"/>
          <ac:picMkLst>
            <pc:docMk/>
            <pc:sldMk cId="1063374079" sldId="287"/>
            <ac:picMk id="9" creationId="{713FF302-0155-8A81-C4B1-6A84E9D6E62C}"/>
          </ac:picMkLst>
        </pc:picChg>
        <pc:picChg chg="del">
          <ac:chgData name="Sebastian Schulz" userId="7b9eb8de-fba4-4de7-9449-93f55919c255" providerId="ADAL" clId="{1D6250A4-E3D4-E945-AE4C-F3A4204F181B}" dt="2025-05-01T10:30:05.500" v="1682" actId="478"/>
          <ac:picMkLst>
            <pc:docMk/>
            <pc:sldMk cId="1063374079" sldId="287"/>
            <ac:picMk id="1026" creationId="{429FC601-340E-D995-BA5E-51AA369937CE}"/>
          </ac:picMkLst>
        </pc:picChg>
        <pc:picChg chg="add del mod">
          <ac:chgData name="Sebastian Schulz" userId="7b9eb8de-fba4-4de7-9449-93f55919c255" providerId="ADAL" clId="{1D6250A4-E3D4-E945-AE4C-F3A4204F181B}" dt="2025-05-01T10:30:20.670" v="1686" actId="478"/>
          <ac:picMkLst>
            <pc:docMk/>
            <pc:sldMk cId="1063374079" sldId="287"/>
            <ac:picMk id="3074" creationId="{45622E7B-EF44-0AA5-81B8-0768ECA9835B}"/>
          </ac:picMkLst>
        </pc:picChg>
        <pc:picChg chg="add del mod">
          <ac:chgData name="Sebastian Schulz" userId="7b9eb8de-fba4-4de7-9449-93f55919c255" providerId="ADAL" clId="{1D6250A4-E3D4-E945-AE4C-F3A4204F181B}" dt="2025-05-25T14:52:50.507" v="27043" actId="478"/>
          <ac:picMkLst>
            <pc:docMk/>
            <pc:sldMk cId="1063374079" sldId="287"/>
            <ac:picMk id="3076" creationId="{A7AFD8BF-BC57-7327-99C3-2FE9081B4A0A}"/>
          </ac:picMkLst>
        </pc:picChg>
      </pc:sldChg>
      <pc:sldChg chg="addSp delSp modSp add mod ord setBg">
        <pc:chgData name="Sebastian Schulz" userId="7b9eb8de-fba4-4de7-9449-93f55919c255" providerId="ADAL" clId="{1D6250A4-E3D4-E945-AE4C-F3A4204F181B}" dt="2025-05-22T13:31:01.282" v="13397" actId="20577"/>
        <pc:sldMkLst>
          <pc:docMk/>
          <pc:sldMk cId="3037727238" sldId="288"/>
        </pc:sldMkLst>
        <pc:spChg chg="mod">
          <ac:chgData name="Sebastian Schulz" userId="7b9eb8de-fba4-4de7-9449-93f55919c255" providerId="ADAL" clId="{1D6250A4-E3D4-E945-AE4C-F3A4204F181B}" dt="2025-05-20T21:35:54.651" v="11470" actId="20577"/>
          <ac:spMkLst>
            <pc:docMk/>
            <pc:sldMk cId="3037727238" sldId="288"/>
            <ac:spMk id="2" creationId="{AB2247FC-1AA7-BC71-074B-BE9C1E28575B}"/>
          </ac:spMkLst>
        </pc:spChg>
        <pc:spChg chg="mod ord">
          <ac:chgData name="Sebastian Schulz" userId="7b9eb8de-fba4-4de7-9449-93f55919c255" providerId="ADAL" clId="{1D6250A4-E3D4-E945-AE4C-F3A4204F181B}" dt="2025-05-01T10:35:31.155" v="1721" actId="26606"/>
          <ac:spMkLst>
            <pc:docMk/>
            <pc:sldMk cId="3037727238" sldId="288"/>
            <ac:spMk id="4" creationId="{1879BAD5-D5D1-4F93-A2CD-C3C59EFC3C9A}"/>
          </ac:spMkLst>
        </pc:spChg>
        <pc:spChg chg="add mod">
          <ac:chgData name="Sebastian Schulz" userId="7b9eb8de-fba4-4de7-9449-93f55919c255" providerId="ADAL" clId="{1D6250A4-E3D4-E945-AE4C-F3A4204F181B}" dt="2025-05-20T17:35:29.689" v="9489" actId="1076"/>
          <ac:spMkLst>
            <pc:docMk/>
            <pc:sldMk cId="3037727238" sldId="288"/>
            <ac:spMk id="5" creationId="{5B3178A0-CFCA-675E-5A80-2A31B58907E3}"/>
          </ac:spMkLst>
        </pc:spChg>
        <pc:spChg chg="del">
          <ac:chgData name="Sebastian Schulz" userId="7b9eb8de-fba4-4de7-9449-93f55919c255" providerId="ADAL" clId="{1D6250A4-E3D4-E945-AE4C-F3A4204F181B}" dt="2025-05-01T10:34:34.602" v="1718" actId="478"/>
          <ac:spMkLst>
            <pc:docMk/>
            <pc:sldMk cId="3037727238" sldId="288"/>
            <ac:spMk id="6" creationId="{71919C79-F660-7387-D25C-A6DA824B6520}"/>
          </ac:spMkLst>
        </pc:spChg>
        <pc:spChg chg="add mod">
          <ac:chgData name="Sebastian Schulz" userId="7b9eb8de-fba4-4de7-9449-93f55919c255" providerId="ADAL" clId="{1D6250A4-E3D4-E945-AE4C-F3A4204F181B}" dt="2025-05-22T13:31:01.282" v="13397" actId="20577"/>
          <ac:spMkLst>
            <pc:docMk/>
            <pc:sldMk cId="3037727238" sldId="288"/>
            <ac:spMk id="7" creationId="{FEAD5141-9185-FB90-4B6D-7CB9BF04C2EF}"/>
          </ac:spMkLst>
        </pc:spChg>
        <pc:spChg chg="add del">
          <ac:chgData name="Sebastian Schulz" userId="7b9eb8de-fba4-4de7-9449-93f55919c255" providerId="ADAL" clId="{1D6250A4-E3D4-E945-AE4C-F3A4204F181B}" dt="2025-05-01T10:35:31.155" v="1721" actId="26606"/>
          <ac:spMkLst>
            <pc:docMk/>
            <pc:sldMk cId="3037727238" sldId="288"/>
            <ac:spMk id="6151" creationId="{D12DDE76-C203-4047-9998-63900085B5E8}"/>
          </ac:spMkLst>
        </pc:spChg>
        <pc:picChg chg="del">
          <ac:chgData name="Sebastian Schulz" userId="7b9eb8de-fba4-4de7-9449-93f55919c255" providerId="ADAL" clId="{1D6250A4-E3D4-E945-AE4C-F3A4204F181B}" dt="2025-05-01T10:34:27.660" v="1715" actId="478"/>
          <ac:picMkLst>
            <pc:docMk/>
            <pc:sldMk cId="3037727238" sldId="288"/>
            <ac:picMk id="4098" creationId="{55B9E242-F08C-829B-5C0D-638BB7807573}"/>
          </ac:picMkLst>
        </pc:picChg>
        <pc:picChg chg="add mod">
          <ac:chgData name="Sebastian Schulz" userId="7b9eb8de-fba4-4de7-9449-93f55919c255" providerId="ADAL" clId="{1D6250A4-E3D4-E945-AE4C-F3A4204F181B}" dt="2025-05-01T10:35:38.393" v="1724" actId="14100"/>
          <ac:picMkLst>
            <pc:docMk/>
            <pc:sldMk cId="3037727238" sldId="288"/>
            <ac:picMk id="6146" creationId="{2E85209B-B086-4767-F2B6-E16AD206B7CB}"/>
          </ac:picMkLst>
        </pc:picChg>
      </pc:sldChg>
      <pc:sldChg chg="addSp delSp modSp new mod">
        <pc:chgData name="Sebastian Schulz" userId="7b9eb8de-fba4-4de7-9449-93f55919c255" providerId="ADAL" clId="{1D6250A4-E3D4-E945-AE4C-F3A4204F181B}" dt="2025-05-25T17:24:14.252" v="27675" actId="20577"/>
        <pc:sldMkLst>
          <pc:docMk/>
          <pc:sldMk cId="1632535519" sldId="289"/>
        </pc:sldMkLst>
        <pc:spChg chg="mod">
          <ac:chgData name="Sebastian Schulz" userId="7b9eb8de-fba4-4de7-9449-93f55919c255" providerId="ADAL" clId="{1D6250A4-E3D4-E945-AE4C-F3A4204F181B}" dt="2025-05-16T13:37:06.148" v="7400" actId="1076"/>
          <ac:spMkLst>
            <pc:docMk/>
            <pc:sldMk cId="1632535519" sldId="289"/>
            <ac:spMk id="2" creationId="{7DD714A7-FFE8-597A-7641-926621595CFC}"/>
          </ac:spMkLst>
        </pc:spChg>
        <pc:spChg chg="del">
          <ac:chgData name="Sebastian Schulz" userId="7b9eb8de-fba4-4de7-9449-93f55919c255" providerId="ADAL" clId="{1D6250A4-E3D4-E945-AE4C-F3A4204F181B}" dt="2025-05-01T11:07:14.098" v="2727" actId="478"/>
          <ac:spMkLst>
            <pc:docMk/>
            <pc:sldMk cId="1632535519" sldId="289"/>
            <ac:spMk id="3" creationId="{815A228B-D81D-C5BB-CA45-1FBA8975A835}"/>
          </ac:spMkLst>
        </pc:spChg>
        <pc:spChg chg="add mod">
          <ac:chgData name="Sebastian Schulz" userId="7b9eb8de-fba4-4de7-9449-93f55919c255" providerId="ADAL" clId="{1D6250A4-E3D4-E945-AE4C-F3A4204F181B}" dt="2025-05-22T13:42:14.015" v="13817" actId="1036"/>
          <ac:spMkLst>
            <pc:docMk/>
            <pc:sldMk cId="1632535519" sldId="289"/>
            <ac:spMk id="3" creationId="{BFE6F493-B2C9-A955-7366-2D32E4B9B159}"/>
          </ac:spMkLst>
        </pc:spChg>
        <pc:spChg chg="add mod">
          <ac:chgData name="Sebastian Schulz" userId="7b9eb8de-fba4-4de7-9449-93f55919c255" providerId="ADAL" clId="{1D6250A4-E3D4-E945-AE4C-F3A4204F181B}" dt="2025-05-25T17:24:14.252" v="27675" actId="20577"/>
          <ac:spMkLst>
            <pc:docMk/>
            <pc:sldMk cId="1632535519" sldId="289"/>
            <ac:spMk id="5" creationId="{98354B94-AC32-FC42-D19A-CD2C6BC06C1A}"/>
          </ac:spMkLst>
        </pc:spChg>
        <pc:spChg chg="add mod">
          <ac:chgData name="Sebastian Schulz" userId="7b9eb8de-fba4-4de7-9449-93f55919c255" providerId="ADAL" clId="{1D6250A4-E3D4-E945-AE4C-F3A4204F181B}" dt="2025-05-22T13:42:14.015" v="13817" actId="1036"/>
          <ac:spMkLst>
            <pc:docMk/>
            <pc:sldMk cId="1632535519" sldId="289"/>
            <ac:spMk id="6" creationId="{835410B1-9013-2AFB-29A0-665AA25A22AA}"/>
          </ac:spMkLst>
        </pc:spChg>
        <pc:spChg chg="add mod">
          <ac:chgData name="Sebastian Schulz" userId="7b9eb8de-fba4-4de7-9449-93f55919c255" providerId="ADAL" clId="{1D6250A4-E3D4-E945-AE4C-F3A4204F181B}" dt="2025-05-20T17:37:34.073" v="9571" actId="14100"/>
          <ac:spMkLst>
            <pc:docMk/>
            <pc:sldMk cId="1632535519" sldId="289"/>
            <ac:spMk id="7" creationId="{978DB0E4-D82C-10DD-4ADA-C0CE035AB0EE}"/>
          </ac:spMkLst>
        </pc:spChg>
        <pc:spChg chg="add mod">
          <ac:chgData name="Sebastian Schulz" userId="7b9eb8de-fba4-4de7-9449-93f55919c255" providerId="ADAL" clId="{1D6250A4-E3D4-E945-AE4C-F3A4204F181B}" dt="2025-05-22T13:42:14.015" v="13817" actId="1036"/>
          <ac:spMkLst>
            <pc:docMk/>
            <pc:sldMk cId="1632535519" sldId="289"/>
            <ac:spMk id="10" creationId="{D6546C3E-402A-CFFF-A2A2-0497F09F581E}"/>
          </ac:spMkLst>
        </pc:spChg>
        <pc:spChg chg="add mod">
          <ac:chgData name="Sebastian Schulz" userId="7b9eb8de-fba4-4de7-9449-93f55919c255" providerId="ADAL" clId="{1D6250A4-E3D4-E945-AE4C-F3A4204F181B}" dt="2025-05-22T13:42:14.015" v="13817" actId="1036"/>
          <ac:spMkLst>
            <pc:docMk/>
            <pc:sldMk cId="1632535519" sldId="289"/>
            <ac:spMk id="15" creationId="{ACD880A6-2439-0BBC-CD14-4ACC279F7D6D}"/>
          </ac:spMkLst>
        </pc:spChg>
        <pc:picChg chg="add mod">
          <ac:chgData name="Sebastian Schulz" userId="7b9eb8de-fba4-4de7-9449-93f55919c255" providerId="ADAL" clId="{1D6250A4-E3D4-E945-AE4C-F3A4204F181B}" dt="2025-05-20T17:40:51.859" v="9658"/>
          <ac:picMkLst>
            <pc:docMk/>
            <pc:sldMk cId="1632535519" sldId="289"/>
            <ac:picMk id="1026" creationId="{B3215982-E05A-5583-0EEF-8501DD1CFD75}"/>
          </ac:picMkLst>
        </pc:picChg>
        <pc:cxnChg chg="add mod">
          <ac:chgData name="Sebastian Schulz" userId="7b9eb8de-fba4-4de7-9449-93f55919c255" providerId="ADAL" clId="{1D6250A4-E3D4-E945-AE4C-F3A4204F181B}" dt="2025-05-22T13:42:14.015" v="13817" actId="1036"/>
          <ac:cxnSpMkLst>
            <pc:docMk/>
            <pc:sldMk cId="1632535519" sldId="289"/>
            <ac:cxnSpMk id="8" creationId="{B3E4204C-0282-7068-F164-0B47618C7171}"/>
          </ac:cxnSpMkLst>
        </pc:cxnChg>
        <pc:cxnChg chg="add mod">
          <ac:chgData name="Sebastian Schulz" userId="7b9eb8de-fba4-4de7-9449-93f55919c255" providerId="ADAL" clId="{1D6250A4-E3D4-E945-AE4C-F3A4204F181B}" dt="2025-05-22T13:42:14.015" v="13817" actId="1036"/>
          <ac:cxnSpMkLst>
            <pc:docMk/>
            <pc:sldMk cId="1632535519" sldId="289"/>
            <ac:cxnSpMk id="9" creationId="{14AFA1A2-F097-CCAA-3E25-A7CEB40028FD}"/>
          </ac:cxnSpMkLst>
        </pc:cxnChg>
        <pc:cxnChg chg="add mod">
          <ac:chgData name="Sebastian Schulz" userId="7b9eb8de-fba4-4de7-9449-93f55919c255" providerId="ADAL" clId="{1D6250A4-E3D4-E945-AE4C-F3A4204F181B}" dt="2025-05-22T13:42:14.015" v="13817" actId="1036"/>
          <ac:cxnSpMkLst>
            <pc:docMk/>
            <pc:sldMk cId="1632535519" sldId="289"/>
            <ac:cxnSpMk id="11" creationId="{09D83480-AE13-ED2F-6433-839FEC77FA3A}"/>
          </ac:cxnSpMkLst>
        </pc:cxnChg>
        <pc:cxnChg chg="add mod">
          <ac:chgData name="Sebastian Schulz" userId="7b9eb8de-fba4-4de7-9449-93f55919c255" providerId="ADAL" clId="{1D6250A4-E3D4-E945-AE4C-F3A4204F181B}" dt="2025-05-22T13:42:14.015" v="13817" actId="1036"/>
          <ac:cxnSpMkLst>
            <pc:docMk/>
            <pc:sldMk cId="1632535519" sldId="289"/>
            <ac:cxnSpMk id="12" creationId="{7D83D9C6-AFE7-60D6-BB5E-D63EE8FB0CC0}"/>
          </ac:cxnSpMkLst>
        </pc:cxnChg>
        <pc:cxnChg chg="add mod">
          <ac:chgData name="Sebastian Schulz" userId="7b9eb8de-fba4-4de7-9449-93f55919c255" providerId="ADAL" clId="{1D6250A4-E3D4-E945-AE4C-F3A4204F181B}" dt="2025-05-22T13:42:14.015" v="13817" actId="1036"/>
          <ac:cxnSpMkLst>
            <pc:docMk/>
            <pc:sldMk cId="1632535519" sldId="289"/>
            <ac:cxnSpMk id="13" creationId="{86420A57-5E6B-6FDC-84CF-A40E60FD3A99}"/>
          </ac:cxnSpMkLst>
        </pc:cxnChg>
        <pc:cxnChg chg="add mod">
          <ac:chgData name="Sebastian Schulz" userId="7b9eb8de-fba4-4de7-9449-93f55919c255" providerId="ADAL" clId="{1D6250A4-E3D4-E945-AE4C-F3A4204F181B}" dt="2025-05-22T13:42:14.015" v="13817" actId="1036"/>
          <ac:cxnSpMkLst>
            <pc:docMk/>
            <pc:sldMk cId="1632535519" sldId="289"/>
            <ac:cxnSpMk id="14" creationId="{3213618E-05AD-6BC8-D642-087CA6EC4519}"/>
          </ac:cxnSpMkLst>
        </pc:cxnChg>
        <pc:cxnChg chg="add mod">
          <ac:chgData name="Sebastian Schulz" userId="7b9eb8de-fba4-4de7-9449-93f55919c255" providerId="ADAL" clId="{1D6250A4-E3D4-E945-AE4C-F3A4204F181B}" dt="2025-05-22T13:42:14.015" v="13817" actId="1036"/>
          <ac:cxnSpMkLst>
            <pc:docMk/>
            <pc:sldMk cId="1632535519" sldId="289"/>
            <ac:cxnSpMk id="16" creationId="{BD0556F2-5DC0-6EAF-5D83-F8F663F11692}"/>
          </ac:cxnSpMkLst>
        </pc:cxnChg>
        <pc:cxnChg chg="add del mod">
          <ac:chgData name="Sebastian Schulz" userId="7b9eb8de-fba4-4de7-9449-93f55919c255" providerId="ADAL" clId="{1D6250A4-E3D4-E945-AE4C-F3A4204F181B}" dt="2025-05-20T17:41:10.875" v="9668" actId="478"/>
          <ac:cxnSpMkLst>
            <pc:docMk/>
            <pc:sldMk cId="1632535519" sldId="289"/>
            <ac:cxnSpMk id="17" creationId="{8BC0AB32-2229-2BC9-768B-F8A9D2197942}"/>
          </ac:cxnSpMkLst>
        </pc:cxnChg>
      </pc:sldChg>
      <pc:sldChg chg="addSp delSp modSp new mod ord">
        <pc:chgData name="Sebastian Schulz" userId="7b9eb8de-fba4-4de7-9449-93f55919c255" providerId="ADAL" clId="{1D6250A4-E3D4-E945-AE4C-F3A4204F181B}" dt="2025-05-24T21:49:03.972" v="24260" actId="113"/>
        <pc:sldMkLst>
          <pc:docMk/>
          <pc:sldMk cId="2441429536" sldId="290"/>
        </pc:sldMkLst>
        <pc:spChg chg="mod">
          <ac:chgData name="Sebastian Schulz" userId="7b9eb8de-fba4-4de7-9449-93f55919c255" providerId="ADAL" clId="{1D6250A4-E3D4-E945-AE4C-F3A4204F181B}" dt="2025-05-24T14:46:43.350" v="21784" actId="14100"/>
          <ac:spMkLst>
            <pc:docMk/>
            <pc:sldMk cId="2441429536" sldId="290"/>
            <ac:spMk id="2" creationId="{C5DE45D2-F741-7A92-3A3F-27F86F3D4039}"/>
          </ac:spMkLst>
        </pc:spChg>
        <pc:spChg chg="del">
          <ac:chgData name="Sebastian Schulz" userId="7b9eb8de-fba4-4de7-9449-93f55919c255" providerId="ADAL" clId="{1D6250A4-E3D4-E945-AE4C-F3A4204F181B}" dt="2025-05-01T16:04:12.410" v="3518" actId="478"/>
          <ac:spMkLst>
            <pc:docMk/>
            <pc:sldMk cId="2441429536" sldId="290"/>
            <ac:spMk id="3" creationId="{9F3F4808-2242-B849-2443-C7AEDBFB2A4E}"/>
          </ac:spMkLst>
        </pc:spChg>
        <pc:spChg chg="add mod">
          <ac:chgData name="Sebastian Schulz" userId="7b9eb8de-fba4-4de7-9449-93f55919c255" providerId="ADAL" clId="{1D6250A4-E3D4-E945-AE4C-F3A4204F181B}" dt="2025-05-24T21:49:03.972" v="24260" actId="113"/>
          <ac:spMkLst>
            <pc:docMk/>
            <pc:sldMk cId="2441429536" sldId="290"/>
            <ac:spMk id="5" creationId="{20FE630A-656F-FE57-2213-D20D9712916C}"/>
          </ac:spMkLst>
        </pc:spChg>
        <pc:spChg chg="add mod">
          <ac:chgData name="Sebastian Schulz" userId="7b9eb8de-fba4-4de7-9449-93f55919c255" providerId="ADAL" clId="{1D6250A4-E3D4-E945-AE4C-F3A4204F181B}" dt="2025-05-24T21:47:53.370" v="24243" actId="1076"/>
          <ac:spMkLst>
            <pc:docMk/>
            <pc:sldMk cId="2441429536" sldId="290"/>
            <ac:spMk id="6" creationId="{133A4640-DAF6-BDFF-EC9D-20E1686D3E61}"/>
          </ac:spMkLst>
        </pc:spChg>
        <pc:spChg chg="add mod">
          <ac:chgData name="Sebastian Schulz" userId="7b9eb8de-fba4-4de7-9449-93f55919c255" providerId="ADAL" clId="{1D6250A4-E3D4-E945-AE4C-F3A4204F181B}" dt="2025-05-01T16:07:26.337" v="3525"/>
          <ac:spMkLst>
            <pc:docMk/>
            <pc:sldMk cId="2441429536" sldId="290"/>
            <ac:spMk id="7" creationId="{CAAB3D36-B439-60B1-44FD-FB841808E7A4}"/>
          </ac:spMkLst>
        </pc:spChg>
        <pc:picChg chg="add mod">
          <ac:chgData name="Sebastian Schulz" userId="7b9eb8de-fba4-4de7-9449-93f55919c255" providerId="ADAL" clId="{1D6250A4-E3D4-E945-AE4C-F3A4204F181B}" dt="2025-05-24T21:47:43.554" v="24240" actId="1076"/>
          <ac:picMkLst>
            <pc:docMk/>
            <pc:sldMk cId="2441429536" sldId="290"/>
            <ac:picMk id="8" creationId="{8F82BADC-0888-84DD-A494-E5A16281F505}"/>
          </ac:picMkLst>
        </pc:picChg>
      </pc:sldChg>
      <pc:sldChg chg="addSp delSp modSp add mod ord modShow">
        <pc:chgData name="Sebastian Schulz" userId="7b9eb8de-fba4-4de7-9449-93f55919c255" providerId="ADAL" clId="{1D6250A4-E3D4-E945-AE4C-F3A4204F181B}" dt="2025-05-25T17:23:25.647" v="27671" actId="20578"/>
        <pc:sldMkLst>
          <pc:docMk/>
          <pc:sldMk cId="105453322" sldId="291"/>
        </pc:sldMkLst>
        <pc:spChg chg="mod">
          <ac:chgData name="Sebastian Schulz" userId="7b9eb8de-fba4-4de7-9449-93f55919c255" providerId="ADAL" clId="{1D6250A4-E3D4-E945-AE4C-F3A4204F181B}" dt="2025-05-16T10:37:12.919" v="5446" actId="20577"/>
          <ac:spMkLst>
            <pc:docMk/>
            <pc:sldMk cId="105453322" sldId="291"/>
            <ac:spMk id="2" creationId="{5E0569D9-69CD-3D39-BFD9-2F6E3820CB8A}"/>
          </ac:spMkLst>
        </pc:spChg>
        <pc:spChg chg="add mod">
          <ac:chgData name="Sebastian Schulz" userId="7b9eb8de-fba4-4de7-9449-93f55919c255" providerId="ADAL" clId="{1D6250A4-E3D4-E945-AE4C-F3A4204F181B}" dt="2025-05-20T17:36:34.454" v="9490" actId="1076"/>
          <ac:spMkLst>
            <pc:docMk/>
            <pc:sldMk cId="105453322" sldId="291"/>
            <ac:spMk id="3" creationId="{9938F1DD-CB5D-814A-54CC-6E72D2013072}"/>
          </ac:spMkLst>
        </pc:spChg>
        <pc:spChg chg="add mod">
          <ac:chgData name="Sebastian Schulz" userId="7b9eb8de-fba4-4de7-9449-93f55919c255" providerId="ADAL" clId="{1D6250A4-E3D4-E945-AE4C-F3A4204F181B}" dt="2025-05-20T12:26:53.764" v="8382" actId="404"/>
          <ac:spMkLst>
            <pc:docMk/>
            <pc:sldMk cId="105453322" sldId="291"/>
            <ac:spMk id="5" creationId="{0288F2A3-3724-4588-8EAE-C7C8E631540A}"/>
          </ac:spMkLst>
        </pc:spChg>
        <pc:spChg chg="add mod">
          <ac:chgData name="Sebastian Schulz" userId="7b9eb8de-fba4-4de7-9449-93f55919c255" providerId="ADAL" clId="{1D6250A4-E3D4-E945-AE4C-F3A4204F181B}" dt="2025-05-21T11:49:38.627" v="13009" actId="20577"/>
          <ac:spMkLst>
            <pc:docMk/>
            <pc:sldMk cId="105453322" sldId="291"/>
            <ac:spMk id="6" creationId="{BB268C74-8D9D-8BC5-7206-0B8407E7EA0D}"/>
          </ac:spMkLst>
        </pc:spChg>
        <pc:spChg chg="del">
          <ac:chgData name="Sebastian Schulz" userId="7b9eb8de-fba4-4de7-9449-93f55919c255" providerId="ADAL" clId="{1D6250A4-E3D4-E945-AE4C-F3A4204F181B}" dt="2025-05-01T16:18:28.475" v="3656" actId="478"/>
          <ac:spMkLst>
            <pc:docMk/>
            <pc:sldMk cId="105453322" sldId="291"/>
            <ac:spMk id="6" creationId="{E6CF20C4-D7D0-78EC-C391-AA5EFEE70F0E}"/>
          </ac:spMkLst>
        </pc:spChg>
        <pc:spChg chg="add mod">
          <ac:chgData name="Sebastian Schulz" userId="7b9eb8de-fba4-4de7-9449-93f55919c255" providerId="ADAL" clId="{1D6250A4-E3D4-E945-AE4C-F3A4204F181B}" dt="2025-05-16T10:47:10.219" v="5902" actId="20577"/>
          <ac:spMkLst>
            <pc:docMk/>
            <pc:sldMk cId="105453322" sldId="291"/>
            <ac:spMk id="7" creationId="{EAC1C202-1186-ECF3-AD6E-4E710E55BEB1}"/>
          </ac:spMkLst>
        </pc:spChg>
        <pc:spChg chg="del">
          <ac:chgData name="Sebastian Schulz" userId="7b9eb8de-fba4-4de7-9449-93f55919c255" providerId="ADAL" clId="{1D6250A4-E3D4-E945-AE4C-F3A4204F181B}" dt="2025-05-01T16:18:09.312" v="3608" actId="478"/>
          <ac:spMkLst>
            <pc:docMk/>
            <pc:sldMk cId="105453322" sldId="291"/>
            <ac:spMk id="8" creationId="{BA226050-2D52-D1C0-41B8-B560C24F52F7}"/>
          </ac:spMkLst>
        </pc:spChg>
        <pc:spChg chg="add mod">
          <ac:chgData name="Sebastian Schulz" userId="7b9eb8de-fba4-4de7-9449-93f55919c255" providerId="ADAL" clId="{1D6250A4-E3D4-E945-AE4C-F3A4204F181B}" dt="2025-05-16T10:46:38.948" v="5858" actId="1035"/>
          <ac:spMkLst>
            <pc:docMk/>
            <pc:sldMk cId="105453322" sldId="291"/>
            <ac:spMk id="9" creationId="{4C098EA5-1184-6984-02F3-DF4C5942565D}"/>
          </ac:spMkLst>
        </pc:spChg>
        <pc:spChg chg="add mod">
          <ac:chgData name="Sebastian Schulz" userId="7b9eb8de-fba4-4de7-9449-93f55919c255" providerId="ADAL" clId="{1D6250A4-E3D4-E945-AE4C-F3A4204F181B}" dt="2025-05-20T12:27:01.686" v="8386" actId="1076"/>
          <ac:spMkLst>
            <pc:docMk/>
            <pc:sldMk cId="105453322" sldId="291"/>
            <ac:spMk id="11" creationId="{85ABAE88-572D-2476-ED3F-5243962D561D}"/>
          </ac:spMkLst>
        </pc:spChg>
        <pc:picChg chg="del">
          <ac:chgData name="Sebastian Schulz" userId="7b9eb8de-fba4-4de7-9449-93f55919c255" providerId="ADAL" clId="{1D6250A4-E3D4-E945-AE4C-F3A4204F181B}" dt="2025-05-01T16:18:07.563" v="3607" actId="478"/>
          <ac:picMkLst>
            <pc:docMk/>
            <pc:sldMk cId="105453322" sldId="291"/>
            <ac:picMk id="1026" creationId="{747E39B7-CBCB-044E-CC19-F27A9360A5A0}"/>
          </ac:picMkLst>
        </pc:picChg>
      </pc:sldChg>
      <pc:sldChg chg="addSp delSp modSp add mod ord modShow">
        <pc:chgData name="Sebastian Schulz" userId="7b9eb8de-fba4-4de7-9449-93f55919c255" providerId="ADAL" clId="{1D6250A4-E3D4-E945-AE4C-F3A4204F181B}" dt="2025-05-25T17:42:41.687" v="28135" actId="20578"/>
        <pc:sldMkLst>
          <pc:docMk/>
          <pc:sldMk cId="4222783072" sldId="292"/>
        </pc:sldMkLst>
        <pc:spChg chg="add mod">
          <ac:chgData name="Sebastian Schulz" userId="7b9eb8de-fba4-4de7-9449-93f55919c255" providerId="ADAL" clId="{1D6250A4-E3D4-E945-AE4C-F3A4204F181B}" dt="2025-05-20T21:56:07.118" v="11782" actId="20577"/>
          <ac:spMkLst>
            <pc:docMk/>
            <pc:sldMk cId="4222783072" sldId="292"/>
            <ac:spMk id="3" creationId="{12204F87-2C33-E96E-F790-995412C9B105}"/>
          </ac:spMkLst>
        </pc:spChg>
        <pc:spChg chg="del">
          <ac:chgData name="Sebastian Schulz" userId="7b9eb8de-fba4-4de7-9449-93f55919c255" providerId="ADAL" clId="{1D6250A4-E3D4-E945-AE4C-F3A4204F181B}" dt="2025-05-15T23:02:55.761" v="3834" actId="478"/>
          <ac:spMkLst>
            <pc:docMk/>
            <pc:sldMk cId="4222783072" sldId="292"/>
            <ac:spMk id="6" creationId="{70945D77-C4D6-C279-4670-AA806070CA45}"/>
          </ac:spMkLst>
        </pc:spChg>
        <pc:spChg chg="del">
          <ac:chgData name="Sebastian Schulz" userId="7b9eb8de-fba4-4de7-9449-93f55919c255" providerId="ADAL" clId="{1D6250A4-E3D4-E945-AE4C-F3A4204F181B}" dt="2025-05-15T23:02:58.209" v="3835" actId="478"/>
          <ac:spMkLst>
            <pc:docMk/>
            <pc:sldMk cId="4222783072" sldId="292"/>
            <ac:spMk id="7" creationId="{C7ECC9D8-BFB1-E955-22C4-7655DBC1FD5C}"/>
          </ac:spMkLst>
        </pc:spChg>
        <pc:graphicFrameChg chg="del">
          <ac:chgData name="Sebastian Schulz" userId="7b9eb8de-fba4-4de7-9449-93f55919c255" providerId="ADAL" clId="{1D6250A4-E3D4-E945-AE4C-F3A4204F181B}" dt="2025-05-15T23:02:52.568" v="3833" actId="478"/>
          <ac:graphicFrameMkLst>
            <pc:docMk/>
            <pc:sldMk cId="4222783072" sldId="292"/>
            <ac:graphicFrameMk id="5" creationId="{DD295468-D13E-73AD-5123-13897495232D}"/>
          </ac:graphicFrameMkLst>
        </pc:graphicFrameChg>
      </pc:sldChg>
      <pc:sldChg chg="new del">
        <pc:chgData name="Sebastian Schulz" userId="7b9eb8de-fba4-4de7-9449-93f55919c255" providerId="ADAL" clId="{1D6250A4-E3D4-E945-AE4C-F3A4204F181B}" dt="2025-05-15T23:03:03.917" v="3837" actId="2696"/>
        <pc:sldMkLst>
          <pc:docMk/>
          <pc:sldMk cId="3371814671" sldId="293"/>
        </pc:sldMkLst>
      </pc:sldChg>
      <pc:sldChg chg="addSp delSp modSp new mod ord">
        <pc:chgData name="Sebastian Schulz" userId="7b9eb8de-fba4-4de7-9449-93f55919c255" providerId="ADAL" clId="{1D6250A4-E3D4-E945-AE4C-F3A4204F181B}" dt="2025-05-26T21:24:00.018" v="31505" actId="20578"/>
        <pc:sldMkLst>
          <pc:docMk/>
          <pc:sldMk cId="4187935762" sldId="293"/>
        </pc:sldMkLst>
        <pc:spChg chg="mod">
          <ac:chgData name="Sebastian Schulz" userId="7b9eb8de-fba4-4de7-9449-93f55919c255" providerId="ADAL" clId="{1D6250A4-E3D4-E945-AE4C-F3A4204F181B}" dt="2025-05-25T17:40:47.411" v="28131" actId="20577"/>
          <ac:spMkLst>
            <pc:docMk/>
            <pc:sldMk cId="4187935762" sldId="293"/>
            <ac:spMk id="2" creationId="{4540C051-905E-A47A-FE58-16CBE76307DF}"/>
          </ac:spMkLst>
        </pc:spChg>
        <pc:spChg chg="mod">
          <ac:chgData name="Sebastian Schulz" userId="7b9eb8de-fba4-4de7-9449-93f55919c255" providerId="ADAL" clId="{1D6250A4-E3D4-E945-AE4C-F3A4204F181B}" dt="2025-05-25T17:40:35.992" v="28085" actId="1076"/>
          <ac:spMkLst>
            <pc:docMk/>
            <pc:sldMk cId="4187935762" sldId="293"/>
            <ac:spMk id="3" creationId="{215358B2-CC33-BEBC-439C-6C930AACA7C6}"/>
          </ac:spMkLst>
        </pc:spChg>
        <pc:spChg chg="add del mod">
          <ac:chgData name="Sebastian Schulz" userId="7b9eb8de-fba4-4de7-9449-93f55919c255" providerId="ADAL" clId="{1D6250A4-E3D4-E945-AE4C-F3A4204F181B}" dt="2025-05-25T17:34:31.533" v="28031"/>
          <ac:spMkLst>
            <pc:docMk/>
            <pc:sldMk cId="4187935762" sldId="293"/>
            <ac:spMk id="5" creationId="{54BFD7E5-5DAD-B310-7639-32A20DA189A0}"/>
          </ac:spMkLst>
        </pc:spChg>
        <pc:spChg chg="add del mod">
          <ac:chgData name="Sebastian Schulz" userId="7b9eb8de-fba4-4de7-9449-93f55919c255" providerId="ADAL" clId="{1D6250A4-E3D4-E945-AE4C-F3A4204F181B}" dt="2025-05-25T17:39:50.485" v="28066"/>
          <ac:spMkLst>
            <pc:docMk/>
            <pc:sldMk cId="4187935762" sldId="293"/>
            <ac:spMk id="6" creationId="{162E70DF-43ED-095F-033F-DE5D9DFE25B6}"/>
          </ac:spMkLst>
        </pc:spChg>
      </pc:sldChg>
      <pc:sldChg chg="addSp delSp modSp add mod ord">
        <pc:chgData name="Sebastian Schulz" userId="7b9eb8de-fba4-4de7-9449-93f55919c255" providerId="ADAL" clId="{1D6250A4-E3D4-E945-AE4C-F3A4204F181B}" dt="2025-05-26T14:37:36.273" v="29893" actId="20577"/>
        <pc:sldMkLst>
          <pc:docMk/>
          <pc:sldMk cId="2866052877" sldId="294"/>
        </pc:sldMkLst>
        <pc:spChg chg="mod">
          <ac:chgData name="Sebastian Schulz" userId="7b9eb8de-fba4-4de7-9449-93f55919c255" providerId="ADAL" clId="{1D6250A4-E3D4-E945-AE4C-F3A4204F181B}" dt="2025-05-16T12:12:03.742" v="6534" actId="1076"/>
          <ac:spMkLst>
            <pc:docMk/>
            <pc:sldMk cId="2866052877" sldId="294"/>
            <ac:spMk id="2" creationId="{F3986A52-4B90-E6E5-5CB6-06E330945075}"/>
          </ac:spMkLst>
        </pc:spChg>
        <pc:spChg chg="add del mod">
          <ac:chgData name="Sebastian Schulz" userId="7b9eb8de-fba4-4de7-9449-93f55919c255" providerId="ADAL" clId="{1D6250A4-E3D4-E945-AE4C-F3A4204F181B}" dt="2025-05-16T11:52:46.530" v="5909" actId="478"/>
          <ac:spMkLst>
            <pc:docMk/>
            <pc:sldMk cId="2866052877" sldId="294"/>
            <ac:spMk id="5" creationId="{435233F6-4367-1B10-09B1-DBDBEFAC25C9}"/>
          </ac:spMkLst>
        </pc:spChg>
        <pc:spChg chg="del">
          <ac:chgData name="Sebastian Schulz" userId="7b9eb8de-fba4-4de7-9449-93f55919c255" providerId="ADAL" clId="{1D6250A4-E3D4-E945-AE4C-F3A4204F181B}" dt="2025-05-25T17:33:23.923" v="27954" actId="478"/>
          <ac:spMkLst>
            <pc:docMk/>
            <pc:sldMk cId="2866052877" sldId="294"/>
            <ac:spMk id="6" creationId="{57C2707C-1FC3-4A98-E9B2-85B641023BD5}"/>
          </ac:spMkLst>
        </pc:spChg>
        <pc:spChg chg="del">
          <ac:chgData name="Sebastian Schulz" userId="7b9eb8de-fba4-4de7-9449-93f55919c255" providerId="ADAL" clId="{1D6250A4-E3D4-E945-AE4C-F3A4204F181B}" dt="2025-05-25T17:33:44.544" v="27955" actId="21"/>
          <ac:spMkLst>
            <pc:docMk/>
            <pc:sldMk cId="2866052877" sldId="294"/>
            <ac:spMk id="7" creationId="{E2C189E0-F9FA-87C1-55C4-3103490D8B85}"/>
          </ac:spMkLst>
        </pc:spChg>
        <pc:spChg chg="add del mod">
          <ac:chgData name="Sebastian Schulz" userId="7b9eb8de-fba4-4de7-9449-93f55919c255" providerId="ADAL" clId="{1D6250A4-E3D4-E945-AE4C-F3A4204F181B}" dt="2025-05-16T12:02:10.344" v="6238" actId="478"/>
          <ac:spMkLst>
            <pc:docMk/>
            <pc:sldMk cId="2866052877" sldId="294"/>
            <ac:spMk id="8" creationId="{73B2E63C-025F-08CB-0ED2-8B64E7E95CA6}"/>
          </ac:spMkLst>
        </pc:spChg>
        <pc:spChg chg="add mod">
          <ac:chgData name="Sebastian Schulz" userId="7b9eb8de-fba4-4de7-9449-93f55919c255" providerId="ADAL" clId="{1D6250A4-E3D4-E945-AE4C-F3A4204F181B}" dt="2025-05-19T16:20:43.326" v="7949" actId="1038"/>
          <ac:spMkLst>
            <pc:docMk/>
            <pc:sldMk cId="2866052877" sldId="294"/>
            <ac:spMk id="9" creationId="{D4A601E1-E1BA-FA63-A54E-2DE80D4D3467}"/>
          </ac:spMkLst>
        </pc:spChg>
        <pc:spChg chg="add mod">
          <ac:chgData name="Sebastian Schulz" userId="7b9eb8de-fba4-4de7-9449-93f55919c255" providerId="ADAL" clId="{1D6250A4-E3D4-E945-AE4C-F3A4204F181B}" dt="2025-05-26T14:37:36.273" v="29893" actId="20577"/>
          <ac:spMkLst>
            <pc:docMk/>
            <pc:sldMk cId="2866052877" sldId="294"/>
            <ac:spMk id="10" creationId="{B0FB867D-421B-D810-882C-E48F9CC2DE9A}"/>
          </ac:spMkLst>
        </pc:spChg>
        <pc:spChg chg="add mod">
          <ac:chgData name="Sebastian Schulz" userId="7b9eb8de-fba4-4de7-9449-93f55919c255" providerId="ADAL" clId="{1D6250A4-E3D4-E945-AE4C-F3A4204F181B}" dt="2025-05-16T12:17:59.246" v="6844" actId="1038"/>
          <ac:spMkLst>
            <pc:docMk/>
            <pc:sldMk cId="2866052877" sldId="294"/>
            <ac:spMk id="11" creationId="{60CA5366-4F56-BE56-94F4-51EDA734142F}"/>
          </ac:spMkLst>
        </pc:spChg>
        <pc:spChg chg="add del mod">
          <ac:chgData name="Sebastian Schulz" userId="7b9eb8de-fba4-4de7-9449-93f55919c255" providerId="ADAL" clId="{1D6250A4-E3D4-E945-AE4C-F3A4204F181B}" dt="2025-05-16T12:04:25.587" v="6346" actId="478"/>
          <ac:spMkLst>
            <pc:docMk/>
            <pc:sldMk cId="2866052877" sldId="294"/>
            <ac:spMk id="16" creationId="{E49B3397-4050-5579-2005-AADCCC3F0EDB}"/>
          </ac:spMkLst>
        </pc:spChg>
        <pc:spChg chg="add del mod">
          <ac:chgData name="Sebastian Schulz" userId="7b9eb8de-fba4-4de7-9449-93f55919c255" providerId="ADAL" clId="{1D6250A4-E3D4-E945-AE4C-F3A4204F181B}" dt="2025-05-16T12:04:25.587" v="6346" actId="478"/>
          <ac:spMkLst>
            <pc:docMk/>
            <pc:sldMk cId="2866052877" sldId="294"/>
            <ac:spMk id="17" creationId="{618AEDC1-4AFF-1013-5779-8D22E3DC208A}"/>
          </ac:spMkLst>
        </pc:spChg>
        <pc:spChg chg="add mod">
          <ac:chgData name="Sebastian Schulz" userId="7b9eb8de-fba4-4de7-9449-93f55919c255" providerId="ADAL" clId="{1D6250A4-E3D4-E945-AE4C-F3A4204F181B}" dt="2025-05-16T12:18:12.025" v="6870" actId="1038"/>
          <ac:spMkLst>
            <pc:docMk/>
            <pc:sldMk cId="2866052877" sldId="294"/>
            <ac:spMk id="18" creationId="{E45C6225-C34B-B8C5-66F7-1C7FA88778BA}"/>
          </ac:spMkLst>
        </pc:spChg>
        <pc:spChg chg="add del mod">
          <ac:chgData name="Sebastian Schulz" userId="7b9eb8de-fba4-4de7-9449-93f55919c255" providerId="ADAL" clId="{1D6250A4-E3D4-E945-AE4C-F3A4204F181B}" dt="2025-05-16T12:04:25.587" v="6346" actId="478"/>
          <ac:spMkLst>
            <pc:docMk/>
            <pc:sldMk cId="2866052877" sldId="294"/>
            <ac:spMk id="25" creationId="{F5ACB34B-6A3B-78C0-1E83-957AACBCB19B}"/>
          </ac:spMkLst>
        </pc:spChg>
        <pc:spChg chg="add del mod">
          <ac:chgData name="Sebastian Schulz" userId="7b9eb8de-fba4-4de7-9449-93f55919c255" providerId="ADAL" clId="{1D6250A4-E3D4-E945-AE4C-F3A4204F181B}" dt="2025-05-16T12:04:25.587" v="6346" actId="478"/>
          <ac:spMkLst>
            <pc:docMk/>
            <pc:sldMk cId="2866052877" sldId="294"/>
            <ac:spMk id="26" creationId="{64449E7E-E8A1-BFD4-CC72-2120FBCE6844}"/>
          </ac:spMkLst>
        </pc:spChg>
        <pc:spChg chg="add mod">
          <ac:chgData name="Sebastian Schulz" userId="7b9eb8de-fba4-4de7-9449-93f55919c255" providerId="ADAL" clId="{1D6250A4-E3D4-E945-AE4C-F3A4204F181B}" dt="2025-05-19T16:20:37.427" v="7942" actId="1038"/>
          <ac:spMkLst>
            <pc:docMk/>
            <pc:sldMk cId="2866052877" sldId="294"/>
            <ac:spMk id="27" creationId="{3760DC65-2A56-DDA6-547C-BBBEC2C21826}"/>
          </ac:spMkLst>
        </pc:spChg>
        <pc:spChg chg="add del mod">
          <ac:chgData name="Sebastian Schulz" userId="7b9eb8de-fba4-4de7-9449-93f55919c255" providerId="ADAL" clId="{1D6250A4-E3D4-E945-AE4C-F3A4204F181B}" dt="2025-05-16T12:05:38.576" v="6360" actId="478"/>
          <ac:spMkLst>
            <pc:docMk/>
            <pc:sldMk cId="2866052877" sldId="294"/>
            <ac:spMk id="28" creationId="{34263E06-3FCA-D8EF-D58E-A6CC9C38CE74}"/>
          </ac:spMkLst>
        </pc:spChg>
        <pc:spChg chg="add del mod">
          <ac:chgData name="Sebastian Schulz" userId="7b9eb8de-fba4-4de7-9449-93f55919c255" providerId="ADAL" clId="{1D6250A4-E3D4-E945-AE4C-F3A4204F181B}" dt="2025-05-16T12:03:41.527" v="6319" actId="478"/>
          <ac:spMkLst>
            <pc:docMk/>
            <pc:sldMk cId="2866052877" sldId="294"/>
            <ac:spMk id="29" creationId="{3034CCB2-635E-43D5-B447-55352C766818}"/>
          </ac:spMkLst>
        </pc:spChg>
        <pc:spChg chg="add del mod">
          <ac:chgData name="Sebastian Schulz" userId="7b9eb8de-fba4-4de7-9449-93f55919c255" providerId="ADAL" clId="{1D6250A4-E3D4-E945-AE4C-F3A4204F181B}" dt="2025-05-16T12:03:41.527" v="6319" actId="478"/>
          <ac:spMkLst>
            <pc:docMk/>
            <pc:sldMk cId="2866052877" sldId="294"/>
            <ac:spMk id="30" creationId="{E878A29F-71E4-2D0B-8C76-2C147B5CFA6E}"/>
          </ac:spMkLst>
        </pc:spChg>
        <pc:spChg chg="add del mod">
          <ac:chgData name="Sebastian Schulz" userId="7b9eb8de-fba4-4de7-9449-93f55919c255" providerId="ADAL" clId="{1D6250A4-E3D4-E945-AE4C-F3A4204F181B}" dt="2025-05-16T12:08:19.525" v="6430" actId="478"/>
          <ac:spMkLst>
            <pc:docMk/>
            <pc:sldMk cId="2866052877" sldId="294"/>
            <ac:spMk id="32" creationId="{58B2803F-7B73-D458-FB94-EAA88384A5CF}"/>
          </ac:spMkLst>
        </pc:spChg>
        <pc:spChg chg="add mod">
          <ac:chgData name="Sebastian Schulz" userId="7b9eb8de-fba4-4de7-9449-93f55919c255" providerId="ADAL" clId="{1D6250A4-E3D4-E945-AE4C-F3A4204F181B}" dt="2025-05-16T12:36:38.603" v="7335" actId="1036"/>
          <ac:spMkLst>
            <pc:docMk/>
            <pc:sldMk cId="2866052877" sldId="294"/>
            <ac:spMk id="33" creationId="{63E53EDD-2B51-9799-8EBE-3636208531E9}"/>
          </ac:spMkLst>
        </pc:spChg>
        <pc:spChg chg="add mod">
          <ac:chgData name="Sebastian Schulz" userId="7b9eb8de-fba4-4de7-9449-93f55919c255" providerId="ADAL" clId="{1D6250A4-E3D4-E945-AE4C-F3A4204F181B}" dt="2025-05-16T12:17:17.531" v="6780" actId="1038"/>
          <ac:spMkLst>
            <pc:docMk/>
            <pc:sldMk cId="2866052877" sldId="294"/>
            <ac:spMk id="36" creationId="{309BA160-96C8-BF95-07D5-0C0C4E791886}"/>
          </ac:spMkLst>
        </pc:spChg>
        <pc:spChg chg="add del mod">
          <ac:chgData name="Sebastian Schulz" userId="7b9eb8de-fba4-4de7-9449-93f55919c255" providerId="ADAL" clId="{1D6250A4-E3D4-E945-AE4C-F3A4204F181B}" dt="2025-05-16T12:08:16.644" v="6429" actId="478"/>
          <ac:spMkLst>
            <pc:docMk/>
            <pc:sldMk cId="2866052877" sldId="294"/>
            <ac:spMk id="41" creationId="{0117763D-BE13-8F70-BBE8-2B5C437DA4C4}"/>
          </ac:spMkLst>
        </pc:spChg>
        <pc:spChg chg="add del mod">
          <ac:chgData name="Sebastian Schulz" userId="7b9eb8de-fba4-4de7-9449-93f55919c255" providerId="ADAL" clId="{1D6250A4-E3D4-E945-AE4C-F3A4204F181B}" dt="2025-05-16T12:09:43.587" v="6471"/>
          <ac:spMkLst>
            <pc:docMk/>
            <pc:sldMk cId="2866052877" sldId="294"/>
            <ac:spMk id="42" creationId="{7C0CE137-C23B-DF6B-1CA1-8C529DE68DC2}"/>
          </ac:spMkLst>
        </pc:spChg>
        <pc:spChg chg="add mod">
          <ac:chgData name="Sebastian Schulz" userId="7b9eb8de-fba4-4de7-9449-93f55919c255" providerId="ADAL" clId="{1D6250A4-E3D4-E945-AE4C-F3A4204F181B}" dt="2025-05-20T21:41:29.432" v="11610" actId="1076"/>
          <ac:spMkLst>
            <pc:docMk/>
            <pc:sldMk cId="2866052877" sldId="294"/>
            <ac:spMk id="43" creationId="{23469EA4-2255-FE03-3F2F-54BCC7E130F0}"/>
          </ac:spMkLst>
        </pc:spChg>
        <pc:spChg chg="add mod">
          <ac:chgData name="Sebastian Schulz" userId="7b9eb8de-fba4-4de7-9449-93f55919c255" providerId="ADAL" clId="{1D6250A4-E3D4-E945-AE4C-F3A4204F181B}" dt="2025-05-16T12:36:48.659" v="7336" actId="403"/>
          <ac:spMkLst>
            <pc:docMk/>
            <pc:sldMk cId="2866052877" sldId="294"/>
            <ac:spMk id="44" creationId="{0DEC7CF5-2B76-09CF-DDEE-27A59FB80B8C}"/>
          </ac:spMkLst>
        </pc:spChg>
        <pc:spChg chg="add mod">
          <ac:chgData name="Sebastian Schulz" userId="7b9eb8de-fba4-4de7-9449-93f55919c255" providerId="ADAL" clId="{1D6250A4-E3D4-E945-AE4C-F3A4204F181B}" dt="2025-05-16T12:18:43.039" v="6928" actId="1076"/>
          <ac:spMkLst>
            <pc:docMk/>
            <pc:sldMk cId="2866052877" sldId="294"/>
            <ac:spMk id="45" creationId="{507D03CC-DB19-18D0-3FB5-9987A88119DA}"/>
          </ac:spMkLst>
        </pc:spChg>
        <pc:graphicFrameChg chg="add mod modGraphic">
          <ac:chgData name="Sebastian Schulz" userId="7b9eb8de-fba4-4de7-9449-93f55919c255" providerId="ADAL" clId="{1D6250A4-E3D4-E945-AE4C-F3A4204F181B}" dt="2025-05-26T11:25:40.314" v="28858" actId="20577"/>
          <ac:graphicFrameMkLst>
            <pc:docMk/>
            <pc:sldMk cId="2866052877" sldId="294"/>
            <ac:graphicFrameMk id="31" creationId="{88D9CB0A-5A8D-024C-8C49-2738E43433D1}"/>
          </ac:graphicFrameMkLst>
        </pc:graphicFrameChg>
        <pc:picChg chg="del">
          <ac:chgData name="Sebastian Schulz" userId="7b9eb8de-fba4-4de7-9449-93f55919c255" providerId="ADAL" clId="{1D6250A4-E3D4-E945-AE4C-F3A4204F181B}" dt="2025-05-15T23:29:15.026" v="3971" actId="478"/>
          <ac:picMkLst>
            <pc:docMk/>
            <pc:sldMk cId="2866052877" sldId="294"/>
            <ac:picMk id="3" creationId="{112546FC-B664-E21A-7C1D-CDBB1F70D708}"/>
          </ac:picMkLst>
        </pc:picChg>
        <pc:picChg chg="add del mod">
          <ac:chgData name="Sebastian Schulz" userId="7b9eb8de-fba4-4de7-9449-93f55919c255" providerId="ADAL" clId="{1D6250A4-E3D4-E945-AE4C-F3A4204F181B}" dt="2025-05-16T11:57:12.552" v="6067" actId="478"/>
          <ac:picMkLst>
            <pc:docMk/>
            <pc:sldMk cId="2866052877" sldId="294"/>
            <ac:picMk id="1026" creationId="{9CC1F65C-DB6B-33ED-0D4B-705D1974DEB3}"/>
          </ac:picMkLst>
        </pc:picChg>
        <pc:cxnChg chg="add mod">
          <ac:chgData name="Sebastian Schulz" userId="7b9eb8de-fba4-4de7-9449-93f55919c255" providerId="ADAL" clId="{1D6250A4-E3D4-E945-AE4C-F3A4204F181B}" dt="2025-05-16T12:17:59.246" v="6844" actId="1038"/>
          <ac:cxnSpMkLst>
            <pc:docMk/>
            <pc:sldMk cId="2866052877" sldId="294"/>
            <ac:cxnSpMk id="13" creationId="{040E60CE-912F-E1E7-D780-6F798C82DCB4}"/>
          </ac:cxnSpMkLst>
        </pc:cxnChg>
        <pc:cxnChg chg="add mod">
          <ac:chgData name="Sebastian Schulz" userId="7b9eb8de-fba4-4de7-9449-93f55919c255" providerId="ADAL" clId="{1D6250A4-E3D4-E945-AE4C-F3A4204F181B}" dt="2025-05-16T12:17:59.246" v="6844" actId="1038"/>
          <ac:cxnSpMkLst>
            <pc:docMk/>
            <pc:sldMk cId="2866052877" sldId="294"/>
            <ac:cxnSpMk id="14" creationId="{48E21F35-3FD7-D112-2B24-F856A2432963}"/>
          </ac:cxnSpMkLst>
        </pc:cxnChg>
        <pc:cxnChg chg="add del mod">
          <ac:chgData name="Sebastian Schulz" userId="7b9eb8de-fba4-4de7-9449-93f55919c255" providerId="ADAL" clId="{1D6250A4-E3D4-E945-AE4C-F3A4204F181B}" dt="2025-05-16T11:59:13.063" v="6122" actId="478"/>
          <ac:cxnSpMkLst>
            <pc:docMk/>
            <pc:sldMk cId="2866052877" sldId="294"/>
            <ac:cxnSpMk id="15" creationId="{56AD9D57-2783-A681-2B1F-4504D1875760}"/>
          </ac:cxnSpMkLst>
        </pc:cxnChg>
        <pc:cxnChg chg="add mod">
          <ac:chgData name="Sebastian Schulz" userId="7b9eb8de-fba4-4de7-9449-93f55919c255" providerId="ADAL" clId="{1D6250A4-E3D4-E945-AE4C-F3A4204F181B}" dt="2025-05-16T12:18:12.025" v="6870" actId="1038"/>
          <ac:cxnSpMkLst>
            <pc:docMk/>
            <pc:sldMk cId="2866052877" sldId="294"/>
            <ac:cxnSpMk id="19" creationId="{8B0B8DE7-45CE-E48F-5308-50567BCBC703}"/>
          </ac:cxnSpMkLst>
        </pc:cxnChg>
        <pc:cxnChg chg="add mod">
          <ac:chgData name="Sebastian Schulz" userId="7b9eb8de-fba4-4de7-9449-93f55919c255" providerId="ADAL" clId="{1D6250A4-E3D4-E945-AE4C-F3A4204F181B}" dt="2025-05-16T12:18:12.025" v="6870" actId="1038"/>
          <ac:cxnSpMkLst>
            <pc:docMk/>
            <pc:sldMk cId="2866052877" sldId="294"/>
            <ac:cxnSpMk id="20" creationId="{7D059259-8290-3617-D767-01ABCBB794E1}"/>
          </ac:cxnSpMkLst>
        </pc:cxnChg>
        <pc:cxnChg chg="add mod">
          <ac:chgData name="Sebastian Schulz" userId="7b9eb8de-fba4-4de7-9449-93f55919c255" providerId="ADAL" clId="{1D6250A4-E3D4-E945-AE4C-F3A4204F181B}" dt="2025-05-16T12:18:12.025" v="6870" actId="1038"/>
          <ac:cxnSpMkLst>
            <pc:docMk/>
            <pc:sldMk cId="2866052877" sldId="294"/>
            <ac:cxnSpMk id="21" creationId="{974410A8-E5B3-1F1A-6CAF-D60B1BBB98FF}"/>
          </ac:cxnSpMkLst>
        </pc:cxnChg>
        <pc:cxnChg chg="add mod">
          <ac:chgData name="Sebastian Schulz" userId="7b9eb8de-fba4-4de7-9449-93f55919c255" providerId="ADAL" clId="{1D6250A4-E3D4-E945-AE4C-F3A4204F181B}" dt="2025-05-16T12:18:12.025" v="6870" actId="1038"/>
          <ac:cxnSpMkLst>
            <pc:docMk/>
            <pc:sldMk cId="2866052877" sldId="294"/>
            <ac:cxnSpMk id="22" creationId="{8D98DAB6-E9A7-88D0-20A9-C941557A1176}"/>
          </ac:cxnSpMkLst>
        </pc:cxnChg>
        <pc:cxnChg chg="add del mod">
          <ac:chgData name="Sebastian Schulz" userId="7b9eb8de-fba4-4de7-9449-93f55919c255" providerId="ADAL" clId="{1D6250A4-E3D4-E945-AE4C-F3A4204F181B}" dt="2025-05-16T11:59:16.850" v="6124" actId="478"/>
          <ac:cxnSpMkLst>
            <pc:docMk/>
            <pc:sldMk cId="2866052877" sldId="294"/>
            <ac:cxnSpMk id="23" creationId="{D18E3242-69FA-7A03-853E-C9334CFB30B2}"/>
          </ac:cxnSpMkLst>
        </pc:cxnChg>
        <pc:cxnChg chg="add del mod">
          <ac:chgData name="Sebastian Schulz" userId="7b9eb8de-fba4-4de7-9449-93f55919c255" providerId="ADAL" clId="{1D6250A4-E3D4-E945-AE4C-F3A4204F181B}" dt="2025-05-16T11:59:15.124" v="6123" actId="478"/>
          <ac:cxnSpMkLst>
            <pc:docMk/>
            <pc:sldMk cId="2866052877" sldId="294"/>
            <ac:cxnSpMk id="24" creationId="{1DB1E7C3-B25F-45F0-A687-D1F549D8E19C}"/>
          </ac:cxnSpMkLst>
        </pc:cxnChg>
        <pc:cxnChg chg="add mod">
          <ac:chgData name="Sebastian Schulz" userId="7b9eb8de-fba4-4de7-9449-93f55919c255" providerId="ADAL" clId="{1D6250A4-E3D4-E945-AE4C-F3A4204F181B}" dt="2025-05-16T12:36:38.603" v="7335" actId="1036"/>
          <ac:cxnSpMkLst>
            <pc:docMk/>
            <pc:sldMk cId="2866052877" sldId="294"/>
            <ac:cxnSpMk id="34" creationId="{6ED5FFD2-C4B4-2F6D-019B-B9FFC7CD4526}"/>
          </ac:cxnSpMkLst>
        </pc:cxnChg>
        <pc:cxnChg chg="add mod">
          <ac:chgData name="Sebastian Schulz" userId="7b9eb8de-fba4-4de7-9449-93f55919c255" providerId="ADAL" clId="{1D6250A4-E3D4-E945-AE4C-F3A4204F181B}" dt="2025-05-16T12:36:38.603" v="7335" actId="1036"/>
          <ac:cxnSpMkLst>
            <pc:docMk/>
            <pc:sldMk cId="2866052877" sldId="294"/>
            <ac:cxnSpMk id="35" creationId="{A6FCA984-BACE-8971-EA56-BFD5FC93BBE8}"/>
          </ac:cxnSpMkLst>
        </pc:cxnChg>
        <pc:cxnChg chg="add mod">
          <ac:chgData name="Sebastian Schulz" userId="7b9eb8de-fba4-4de7-9449-93f55919c255" providerId="ADAL" clId="{1D6250A4-E3D4-E945-AE4C-F3A4204F181B}" dt="2025-05-16T12:34:47.495" v="7274" actId="1076"/>
          <ac:cxnSpMkLst>
            <pc:docMk/>
            <pc:sldMk cId="2866052877" sldId="294"/>
            <ac:cxnSpMk id="37" creationId="{271DCD55-5E3E-6C17-0AD2-F41C9D6D72C3}"/>
          </ac:cxnSpMkLst>
        </pc:cxnChg>
        <pc:cxnChg chg="add mod">
          <ac:chgData name="Sebastian Schulz" userId="7b9eb8de-fba4-4de7-9449-93f55919c255" providerId="ADAL" clId="{1D6250A4-E3D4-E945-AE4C-F3A4204F181B}" dt="2025-05-16T12:35:06.078" v="7303" actId="1076"/>
          <ac:cxnSpMkLst>
            <pc:docMk/>
            <pc:sldMk cId="2866052877" sldId="294"/>
            <ac:cxnSpMk id="38" creationId="{5A6FEA10-894B-B4E6-0310-D4C8983FCAD4}"/>
          </ac:cxnSpMkLst>
        </pc:cxnChg>
        <pc:cxnChg chg="add mod">
          <ac:chgData name="Sebastian Schulz" userId="7b9eb8de-fba4-4de7-9449-93f55919c255" providerId="ADAL" clId="{1D6250A4-E3D4-E945-AE4C-F3A4204F181B}" dt="2025-05-16T12:35:15.040" v="7311" actId="1035"/>
          <ac:cxnSpMkLst>
            <pc:docMk/>
            <pc:sldMk cId="2866052877" sldId="294"/>
            <ac:cxnSpMk id="39" creationId="{2772F45A-BE1C-26E7-CA39-B25FD3E6BADE}"/>
          </ac:cxnSpMkLst>
        </pc:cxnChg>
        <pc:cxnChg chg="add mod">
          <ac:chgData name="Sebastian Schulz" userId="7b9eb8de-fba4-4de7-9449-93f55919c255" providerId="ADAL" clId="{1D6250A4-E3D4-E945-AE4C-F3A4204F181B}" dt="2025-05-16T12:35:19.045" v="7323" actId="1035"/>
          <ac:cxnSpMkLst>
            <pc:docMk/>
            <pc:sldMk cId="2866052877" sldId="294"/>
            <ac:cxnSpMk id="40" creationId="{9B23D87D-0344-3C22-8E07-24E064F6A718}"/>
          </ac:cxnSpMkLst>
        </pc:cxnChg>
        <pc:cxnChg chg="add mod">
          <ac:chgData name="Sebastian Schulz" userId="7b9eb8de-fba4-4de7-9449-93f55919c255" providerId="ADAL" clId="{1D6250A4-E3D4-E945-AE4C-F3A4204F181B}" dt="2025-05-16T12:35:23.796" v="7324" actId="1076"/>
          <ac:cxnSpMkLst>
            <pc:docMk/>
            <pc:sldMk cId="2866052877" sldId="294"/>
            <ac:cxnSpMk id="46" creationId="{00B4D4DC-D659-85F8-0464-4EAAB24C1D3B}"/>
          </ac:cxnSpMkLst>
        </pc:cxnChg>
        <pc:cxnChg chg="add mod">
          <ac:chgData name="Sebastian Schulz" userId="7b9eb8de-fba4-4de7-9449-93f55919c255" providerId="ADAL" clId="{1D6250A4-E3D4-E945-AE4C-F3A4204F181B}" dt="2025-05-16T12:35:27.763" v="7326" actId="1076"/>
          <ac:cxnSpMkLst>
            <pc:docMk/>
            <pc:sldMk cId="2866052877" sldId="294"/>
            <ac:cxnSpMk id="47" creationId="{C9DA48AB-CB9A-E085-EB99-AF4DF9AFE9E2}"/>
          </ac:cxnSpMkLst>
        </pc:cxnChg>
        <pc:cxnChg chg="add mod">
          <ac:chgData name="Sebastian Schulz" userId="7b9eb8de-fba4-4de7-9449-93f55919c255" providerId="ADAL" clId="{1D6250A4-E3D4-E945-AE4C-F3A4204F181B}" dt="2025-05-16T12:35:31.613" v="7328" actId="1076"/>
          <ac:cxnSpMkLst>
            <pc:docMk/>
            <pc:sldMk cId="2866052877" sldId="294"/>
            <ac:cxnSpMk id="48" creationId="{CEDE58C5-927B-040A-6843-DED96FB5D9D7}"/>
          </ac:cxnSpMkLst>
        </pc:cxnChg>
      </pc:sldChg>
      <pc:sldChg chg="addSp delSp modSp add mod ord modShow">
        <pc:chgData name="Sebastian Schulz" userId="7b9eb8de-fba4-4de7-9449-93f55919c255" providerId="ADAL" clId="{1D6250A4-E3D4-E945-AE4C-F3A4204F181B}" dt="2025-05-25T17:35:44.093" v="28036" actId="20578"/>
        <pc:sldMkLst>
          <pc:docMk/>
          <pc:sldMk cId="1744387259" sldId="295"/>
        </pc:sldMkLst>
        <pc:spChg chg="add mod">
          <ac:chgData name="Sebastian Schulz" userId="7b9eb8de-fba4-4de7-9449-93f55919c255" providerId="ADAL" clId="{1D6250A4-E3D4-E945-AE4C-F3A4204F181B}" dt="2025-05-16T13:43:17.022" v="7687" actId="1076"/>
          <ac:spMkLst>
            <pc:docMk/>
            <pc:sldMk cId="1744387259" sldId="295"/>
            <ac:spMk id="3" creationId="{04135CF0-0223-7C62-9B63-05A9FB055D50}"/>
          </ac:spMkLst>
        </pc:spChg>
        <pc:spChg chg="add del mod">
          <ac:chgData name="Sebastian Schulz" userId="7b9eb8de-fba4-4de7-9449-93f55919c255" providerId="ADAL" clId="{1D6250A4-E3D4-E945-AE4C-F3A4204F181B}" dt="2025-05-16T12:27:10.803" v="7013" actId="478"/>
          <ac:spMkLst>
            <pc:docMk/>
            <pc:sldMk cId="1744387259" sldId="295"/>
            <ac:spMk id="3" creationId="{763DCFFE-BDF9-F797-8924-CF1F3243678B}"/>
          </ac:spMkLst>
        </pc:spChg>
        <pc:spChg chg="del">
          <ac:chgData name="Sebastian Schulz" userId="7b9eb8de-fba4-4de7-9449-93f55919c255" providerId="ADAL" clId="{1D6250A4-E3D4-E945-AE4C-F3A4204F181B}" dt="2025-05-16T12:19:20.099" v="6936" actId="478"/>
          <ac:spMkLst>
            <pc:docMk/>
            <pc:sldMk cId="1744387259" sldId="295"/>
            <ac:spMk id="6" creationId="{657B5CA9-3AC9-3D9B-48C6-6C732EC4EA3C}"/>
          </ac:spMkLst>
        </pc:spChg>
        <pc:spChg chg="add mod">
          <ac:chgData name="Sebastian Schulz" userId="7b9eb8de-fba4-4de7-9449-93f55919c255" providerId="ADAL" clId="{1D6250A4-E3D4-E945-AE4C-F3A4204F181B}" dt="2025-05-19T16:19:15.502" v="7917" actId="1076"/>
          <ac:spMkLst>
            <pc:docMk/>
            <pc:sldMk cId="1744387259" sldId="295"/>
            <ac:spMk id="7" creationId="{0E322D64-4CDB-F770-A434-398649D1313E}"/>
          </ac:spMkLst>
        </pc:spChg>
        <pc:spChg chg="del">
          <ac:chgData name="Sebastian Schulz" userId="7b9eb8de-fba4-4de7-9449-93f55919c255" providerId="ADAL" clId="{1D6250A4-E3D4-E945-AE4C-F3A4204F181B}" dt="2025-05-16T12:19:20.099" v="6936" actId="478"/>
          <ac:spMkLst>
            <pc:docMk/>
            <pc:sldMk cId="1744387259" sldId="295"/>
            <ac:spMk id="7" creationId="{DDAC6E4E-A49A-8B07-6BCB-5E467FAED387}"/>
          </ac:spMkLst>
        </pc:spChg>
        <pc:spChg chg="add del mod">
          <ac:chgData name="Sebastian Schulz" userId="7b9eb8de-fba4-4de7-9449-93f55919c255" providerId="ADAL" clId="{1D6250A4-E3D4-E945-AE4C-F3A4204F181B}" dt="2025-05-16T13:38:13.770" v="7405" actId="478"/>
          <ac:spMkLst>
            <pc:docMk/>
            <pc:sldMk cId="1744387259" sldId="295"/>
            <ac:spMk id="9" creationId="{2FE7B37E-7872-C9D2-39CB-418B1038DE53}"/>
          </ac:spMkLst>
        </pc:spChg>
        <pc:spChg chg="mod">
          <ac:chgData name="Sebastian Schulz" userId="7b9eb8de-fba4-4de7-9449-93f55919c255" providerId="ADAL" clId="{1D6250A4-E3D4-E945-AE4C-F3A4204F181B}" dt="2025-05-16T12:19:16.404" v="6935" actId="207"/>
          <ac:spMkLst>
            <pc:docMk/>
            <pc:sldMk cId="1744387259" sldId="295"/>
            <ac:spMk id="10" creationId="{B1AD1216-D684-165E-4BAF-1B221677E150}"/>
          </ac:spMkLst>
        </pc:spChg>
        <pc:spChg chg="mod">
          <ac:chgData name="Sebastian Schulz" userId="7b9eb8de-fba4-4de7-9449-93f55919c255" providerId="ADAL" clId="{1D6250A4-E3D4-E945-AE4C-F3A4204F181B}" dt="2025-05-16T13:41:53.638" v="7654" actId="1036"/>
          <ac:spMkLst>
            <pc:docMk/>
            <pc:sldMk cId="1744387259" sldId="295"/>
            <ac:spMk id="11" creationId="{70D1413F-1DF5-62B8-A933-1A410155A46D}"/>
          </ac:spMkLst>
        </pc:spChg>
        <pc:spChg chg="mod">
          <ac:chgData name="Sebastian Schulz" userId="7b9eb8de-fba4-4de7-9449-93f55919c255" providerId="ADAL" clId="{1D6250A4-E3D4-E945-AE4C-F3A4204F181B}" dt="2025-05-16T13:42:25.823" v="7656" actId="207"/>
          <ac:spMkLst>
            <pc:docMk/>
            <pc:sldMk cId="1744387259" sldId="295"/>
            <ac:spMk id="18" creationId="{89B17031-3DA1-6E21-689C-337ABCC26AEA}"/>
          </ac:spMkLst>
        </pc:spChg>
        <pc:spChg chg="add del mod">
          <ac:chgData name="Sebastian Schulz" userId="7b9eb8de-fba4-4de7-9449-93f55919c255" providerId="ADAL" clId="{1D6250A4-E3D4-E945-AE4C-F3A4204F181B}" dt="2025-05-16T12:27:27.495" v="7057" actId="478"/>
          <ac:spMkLst>
            <pc:docMk/>
            <pc:sldMk cId="1744387259" sldId="295"/>
            <ac:spMk id="27" creationId="{EE4FC5DC-DA8F-B116-CB9D-BF41A7A19538}"/>
          </ac:spMkLst>
        </pc:spChg>
        <pc:spChg chg="del">
          <ac:chgData name="Sebastian Schulz" userId="7b9eb8de-fba4-4de7-9449-93f55919c255" providerId="ADAL" clId="{1D6250A4-E3D4-E945-AE4C-F3A4204F181B}" dt="2025-05-16T12:19:42.878" v="6969" actId="478"/>
          <ac:spMkLst>
            <pc:docMk/>
            <pc:sldMk cId="1744387259" sldId="295"/>
            <ac:spMk id="33" creationId="{45707575-4230-FCCC-401E-FBA8800FC942}"/>
          </ac:spMkLst>
        </pc:spChg>
        <pc:spChg chg="del">
          <ac:chgData name="Sebastian Schulz" userId="7b9eb8de-fba4-4de7-9449-93f55919c255" providerId="ADAL" clId="{1D6250A4-E3D4-E945-AE4C-F3A4204F181B}" dt="2025-05-16T12:19:42.878" v="6969" actId="478"/>
          <ac:spMkLst>
            <pc:docMk/>
            <pc:sldMk cId="1744387259" sldId="295"/>
            <ac:spMk id="36" creationId="{C679C8E9-909A-2091-6B95-BD65C79B1C05}"/>
          </ac:spMkLst>
        </pc:spChg>
        <pc:spChg chg="del mod">
          <ac:chgData name="Sebastian Schulz" userId="7b9eb8de-fba4-4de7-9449-93f55919c255" providerId="ADAL" clId="{1D6250A4-E3D4-E945-AE4C-F3A4204F181B}" dt="2025-05-16T13:38:13.770" v="7405" actId="478"/>
          <ac:spMkLst>
            <pc:docMk/>
            <pc:sldMk cId="1744387259" sldId="295"/>
            <ac:spMk id="43" creationId="{9796C864-5173-8A42-02E9-1D613AB28F2F}"/>
          </ac:spMkLst>
        </pc:spChg>
        <pc:spChg chg="del">
          <ac:chgData name="Sebastian Schulz" userId="7b9eb8de-fba4-4de7-9449-93f55919c255" providerId="ADAL" clId="{1D6250A4-E3D4-E945-AE4C-F3A4204F181B}" dt="2025-05-16T12:19:42.878" v="6969" actId="478"/>
          <ac:spMkLst>
            <pc:docMk/>
            <pc:sldMk cId="1744387259" sldId="295"/>
            <ac:spMk id="44" creationId="{9E560B24-B9B3-E5AC-B38C-9316E9A186BF}"/>
          </ac:spMkLst>
        </pc:spChg>
        <pc:spChg chg="del">
          <ac:chgData name="Sebastian Schulz" userId="7b9eb8de-fba4-4de7-9449-93f55919c255" providerId="ADAL" clId="{1D6250A4-E3D4-E945-AE4C-F3A4204F181B}" dt="2025-05-16T12:19:42.878" v="6969" actId="478"/>
          <ac:spMkLst>
            <pc:docMk/>
            <pc:sldMk cId="1744387259" sldId="295"/>
            <ac:spMk id="45" creationId="{0E9DD6E1-3FA2-756C-BA96-16645D46E329}"/>
          </ac:spMkLst>
        </pc:spChg>
        <pc:spChg chg="add mod">
          <ac:chgData name="Sebastian Schulz" userId="7b9eb8de-fba4-4de7-9449-93f55919c255" providerId="ADAL" clId="{1D6250A4-E3D4-E945-AE4C-F3A4204F181B}" dt="2025-05-16T13:43:14.119" v="7686" actId="14100"/>
          <ac:spMkLst>
            <pc:docMk/>
            <pc:sldMk cId="1744387259" sldId="295"/>
            <ac:spMk id="47" creationId="{D6F07721-3B30-65F5-39AF-A1B97854282B}"/>
          </ac:spMkLst>
        </pc:spChg>
        <pc:spChg chg="add mod">
          <ac:chgData name="Sebastian Schulz" userId="7b9eb8de-fba4-4de7-9449-93f55919c255" providerId="ADAL" clId="{1D6250A4-E3D4-E945-AE4C-F3A4204F181B}" dt="2025-05-19T16:18:41.604" v="7889" actId="1076"/>
          <ac:spMkLst>
            <pc:docMk/>
            <pc:sldMk cId="1744387259" sldId="295"/>
            <ac:spMk id="48" creationId="{43051B9D-6C54-93D2-A731-89E56E570BC1}"/>
          </ac:spMkLst>
        </pc:spChg>
        <pc:graphicFrameChg chg="del modGraphic">
          <ac:chgData name="Sebastian Schulz" userId="7b9eb8de-fba4-4de7-9449-93f55919c255" providerId="ADAL" clId="{1D6250A4-E3D4-E945-AE4C-F3A4204F181B}" dt="2025-05-16T12:27:44.730" v="7091" actId="478"/>
          <ac:graphicFrameMkLst>
            <pc:docMk/>
            <pc:sldMk cId="1744387259" sldId="295"/>
            <ac:graphicFrameMk id="31" creationId="{B9A810BF-1ADB-1A55-EF44-72F0B15717C8}"/>
          </ac:graphicFrameMkLst>
        </pc:graphicFrameChg>
        <pc:picChg chg="add mod">
          <ac:chgData name="Sebastian Schulz" userId="7b9eb8de-fba4-4de7-9449-93f55919c255" providerId="ADAL" clId="{1D6250A4-E3D4-E945-AE4C-F3A4204F181B}" dt="2025-05-16T13:43:06.175" v="7685" actId="14100"/>
          <ac:picMkLst>
            <pc:docMk/>
            <pc:sldMk cId="1744387259" sldId="295"/>
            <ac:picMk id="6" creationId="{B95613C9-B365-B78C-AFBB-5C5DE5E57459}"/>
          </ac:picMkLst>
        </pc:pic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5" creationId="{B2C206C8-C183-31E2-2221-BFB21A09AB64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8" creationId="{06AF3A07-443C-4F5C-CE94-F2E51BBDD59B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12" creationId="{80E79B43-BED0-9B3C-1BEF-84BE14446C9A}"/>
          </ac:cxnSpMkLst>
        </pc:cxnChg>
        <pc:cxnChg chg="mod">
          <ac:chgData name="Sebastian Schulz" userId="7b9eb8de-fba4-4de7-9449-93f55919c255" providerId="ADAL" clId="{1D6250A4-E3D4-E945-AE4C-F3A4204F181B}" dt="2025-05-16T13:41:53.638" v="7654" actId="1036"/>
          <ac:cxnSpMkLst>
            <pc:docMk/>
            <pc:sldMk cId="1744387259" sldId="295"/>
            <ac:cxnSpMk id="13" creationId="{32DF5FE4-843C-CDF5-9AC5-EBCBD2412C67}"/>
          </ac:cxnSpMkLst>
        </pc:cxnChg>
        <pc:cxnChg chg="mod">
          <ac:chgData name="Sebastian Schulz" userId="7b9eb8de-fba4-4de7-9449-93f55919c255" providerId="ADAL" clId="{1D6250A4-E3D4-E945-AE4C-F3A4204F181B}" dt="2025-05-16T13:41:53.638" v="7654" actId="1036"/>
          <ac:cxnSpMkLst>
            <pc:docMk/>
            <pc:sldMk cId="1744387259" sldId="295"/>
            <ac:cxnSpMk id="14" creationId="{C7F4A0DF-90CE-5116-38A0-69D9FA2F3F29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15" creationId="{DCC7DFD8-BA77-CE08-1B5B-D1EA84100E91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16" creationId="{7C43C9C4-6B8E-2EC5-411A-551BAB856199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17" creationId="{511E0A57-C18C-55E8-0605-FA741D5E136F}"/>
          </ac:cxnSpMkLst>
        </pc:cxnChg>
        <pc:cxnChg chg="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19" creationId="{40DE0810-140B-AC52-9DB8-0D0322757477}"/>
          </ac:cxnSpMkLst>
        </pc:cxnChg>
        <pc:cxnChg chg="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20" creationId="{28C42B29-2D35-364E-B07B-3AF095C1A3B5}"/>
          </ac:cxnSpMkLst>
        </pc:cxnChg>
        <pc:cxnChg chg="del mod">
          <ac:chgData name="Sebastian Schulz" userId="7b9eb8de-fba4-4de7-9449-93f55919c255" providerId="ADAL" clId="{1D6250A4-E3D4-E945-AE4C-F3A4204F181B}" dt="2025-05-16T12:27:56.298" v="7096" actId="478"/>
          <ac:cxnSpMkLst>
            <pc:docMk/>
            <pc:sldMk cId="1744387259" sldId="295"/>
            <ac:cxnSpMk id="21" creationId="{273390E1-E15B-FA53-7A0E-CBF96C31B009}"/>
          </ac:cxnSpMkLst>
        </pc:cxnChg>
        <pc:cxnChg chg="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22" creationId="{D16D875D-37E2-304D-61A8-9C96D857110E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23" creationId="{888A063B-1755-0E1F-A193-8B497360C542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24" creationId="{50E8E100-6E0E-EDAA-769E-7C535D2D602A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25" creationId="{4552FBDA-B8C2-468B-24D2-1ADB0DDABE01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26" creationId="{2505C0FC-F944-A530-B0F2-84CDCBF8C6AB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28" creationId="{F02392B0-6288-6BF9-857E-C5422B257D49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29" creationId="{FB135EA9-D5A5-BDD8-852D-62B1A8DAAADC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30" creationId="{B8F16205-6504-7BAD-657A-5AA79CC14386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32" creationId="{0F037A5C-215A-91D2-6772-452128D173CE}"/>
          </ac:cxnSpMkLst>
        </pc:cxnChg>
        <pc:cxnChg chg="del">
          <ac:chgData name="Sebastian Schulz" userId="7b9eb8de-fba4-4de7-9449-93f55919c255" providerId="ADAL" clId="{1D6250A4-E3D4-E945-AE4C-F3A4204F181B}" dt="2025-05-16T12:19:42.878" v="6969" actId="478"/>
          <ac:cxnSpMkLst>
            <pc:docMk/>
            <pc:sldMk cId="1744387259" sldId="295"/>
            <ac:cxnSpMk id="34" creationId="{F83B264D-9FE7-D8D1-A205-91A4F931E57E}"/>
          </ac:cxnSpMkLst>
        </pc:cxnChg>
        <pc:cxnChg chg="del">
          <ac:chgData name="Sebastian Schulz" userId="7b9eb8de-fba4-4de7-9449-93f55919c255" providerId="ADAL" clId="{1D6250A4-E3D4-E945-AE4C-F3A4204F181B}" dt="2025-05-16T12:19:42.878" v="6969" actId="478"/>
          <ac:cxnSpMkLst>
            <pc:docMk/>
            <pc:sldMk cId="1744387259" sldId="295"/>
            <ac:cxnSpMk id="35" creationId="{F624D093-FED9-9596-A6FD-37720B7333FD}"/>
          </ac:cxnSpMkLst>
        </pc:cxnChg>
        <pc:cxnChg chg="del">
          <ac:chgData name="Sebastian Schulz" userId="7b9eb8de-fba4-4de7-9449-93f55919c255" providerId="ADAL" clId="{1D6250A4-E3D4-E945-AE4C-F3A4204F181B}" dt="2025-05-16T12:19:42.878" v="6969" actId="478"/>
          <ac:cxnSpMkLst>
            <pc:docMk/>
            <pc:sldMk cId="1744387259" sldId="295"/>
            <ac:cxnSpMk id="37" creationId="{50A97CB8-216A-7DA7-C4F1-4534C3E08625}"/>
          </ac:cxnSpMkLst>
        </pc:cxnChg>
        <pc:cxnChg chg="del">
          <ac:chgData name="Sebastian Schulz" userId="7b9eb8de-fba4-4de7-9449-93f55919c255" providerId="ADAL" clId="{1D6250A4-E3D4-E945-AE4C-F3A4204F181B}" dt="2025-05-16T12:19:42.878" v="6969" actId="478"/>
          <ac:cxnSpMkLst>
            <pc:docMk/>
            <pc:sldMk cId="1744387259" sldId="295"/>
            <ac:cxnSpMk id="38" creationId="{C5BE626E-B778-8155-7711-E6BE8A9CB2C2}"/>
          </ac:cxnSpMkLst>
        </pc:cxnChg>
        <pc:cxnChg chg="del">
          <ac:chgData name="Sebastian Schulz" userId="7b9eb8de-fba4-4de7-9449-93f55919c255" providerId="ADAL" clId="{1D6250A4-E3D4-E945-AE4C-F3A4204F181B}" dt="2025-05-16T12:19:42.878" v="6969" actId="478"/>
          <ac:cxnSpMkLst>
            <pc:docMk/>
            <pc:sldMk cId="1744387259" sldId="295"/>
            <ac:cxnSpMk id="39" creationId="{B1C3DFBB-6EC4-9053-FC9B-EB2B554511D1}"/>
          </ac:cxnSpMkLst>
        </pc:cxnChg>
        <pc:cxnChg chg="del">
          <ac:chgData name="Sebastian Schulz" userId="7b9eb8de-fba4-4de7-9449-93f55919c255" providerId="ADAL" clId="{1D6250A4-E3D4-E945-AE4C-F3A4204F181B}" dt="2025-05-16T12:19:42.878" v="6969" actId="478"/>
          <ac:cxnSpMkLst>
            <pc:docMk/>
            <pc:sldMk cId="1744387259" sldId="295"/>
            <ac:cxnSpMk id="40" creationId="{7D76258E-FFE9-63A5-597F-0A06D6FA3736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41" creationId="{25CC8C25-49C5-81E5-14F2-4FB12E443BCD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42" creationId="{036320F3-7A64-3345-DD5D-3E371992572C}"/>
          </ac:cxnSpMkLst>
        </pc:cxnChg>
        <pc:cxnChg chg="add mod">
          <ac:chgData name="Sebastian Schulz" userId="7b9eb8de-fba4-4de7-9449-93f55919c255" providerId="ADAL" clId="{1D6250A4-E3D4-E945-AE4C-F3A4204F181B}" dt="2025-05-16T13:39:14.284" v="7506" actId="1038"/>
          <ac:cxnSpMkLst>
            <pc:docMk/>
            <pc:sldMk cId="1744387259" sldId="295"/>
            <ac:cxnSpMk id="46" creationId="{6C83E54F-7152-D99A-5472-96D07EF69BCB}"/>
          </ac:cxnSpMkLst>
        </pc:cxnChg>
      </pc:sldChg>
      <pc:sldChg chg="new del">
        <pc:chgData name="Sebastian Schulz" userId="7b9eb8de-fba4-4de7-9449-93f55919c255" providerId="ADAL" clId="{1D6250A4-E3D4-E945-AE4C-F3A4204F181B}" dt="2025-05-15T23:37:24.043" v="4188" actId="2696"/>
        <pc:sldMkLst>
          <pc:docMk/>
          <pc:sldMk cId="2011596376" sldId="295"/>
        </pc:sldMkLst>
      </pc:sldChg>
      <pc:sldChg chg="addSp delSp modSp add mod modNotesTx">
        <pc:chgData name="Sebastian Schulz" userId="7b9eb8de-fba4-4de7-9449-93f55919c255" providerId="ADAL" clId="{1D6250A4-E3D4-E945-AE4C-F3A4204F181B}" dt="2025-05-26T14:38:22.110" v="29895" actId="207"/>
        <pc:sldMkLst>
          <pc:docMk/>
          <pc:sldMk cId="3664954242" sldId="296"/>
        </pc:sldMkLst>
        <pc:spChg chg="mod">
          <ac:chgData name="Sebastian Schulz" userId="7b9eb8de-fba4-4de7-9449-93f55919c255" providerId="ADAL" clId="{1D6250A4-E3D4-E945-AE4C-F3A4204F181B}" dt="2025-05-24T14:22:46.565" v="20864" actId="5793"/>
          <ac:spMkLst>
            <pc:docMk/>
            <pc:sldMk cId="3664954242" sldId="296"/>
            <ac:spMk id="2" creationId="{C678CB1F-B533-F0B5-5A00-891F1813FBD6}"/>
          </ac:spMkLst>
        </pc:spChg>
        <pc:spChg chg="add mod">
          <ac:chgData name="Sebastian Schulz" userId="7b9eb8de-fba4-4de7-9449-93f55919c255" providerId="ADAL" clId="{1D6250A4-E3D4-E945-AE4C-F3A4204F181B}" dt="2025-05-25T15:13:20.266" v="27270" actId="1076"/>
          <ac:spMkLst>
            <pc:docMk/>
            <pc:sldMk cId="3664954242" sldId="296"/>
            <ac:spMk id="3" creationId="{08DA696F-B7EC-A248-5AC7-DF780EC165F6}"/>
          </ac:spMkLst>
        </pc:spChg>
        <pc:spChg chg="mod">
          <ac:chgData name="Sebastian Schulz" userId="7b9eb8de-fba4-4de7-9449-93f55919c255" providerId="ADAL" clId="{1D6250A4-E3D4-E945-AE4C-F3A4204F181B}" dt="2025-05-25T15:13:09.719" v="27268" actId="1076"/>
          <ac:spMkLst>
            <pc:docMk/>
            <pc:sldMk cId="3664954242" sldId="296"/>
            <ac:spMk id="6" creationId="{32B9384A-7CD1-8F87-E209-9993F62D33F2}"/>
          </ac:spMkLst>
        </pc:spChg>
        <pc:spChg chg="del mod">
          <ac:chgData name="Sebastian Schulz" userId="7b9eb8de-fba4-4de7-9449-93f55919c255" providerId="ADAL" clId="{1D6250A4-E3D4-E945-AE4C-F3A4204F181B}" dt="2025-05-20T21:55:04.876" v="11719" actId="21"/>
          <ac:spMkLst>
            <pc:docMk/>
            <pc:sldMk cId="3664954242" sldId="296"/>
            <ac:spMk id="7" creationId="{0CD601F6-3C80-8E00-71A4-DBBEC6A9D609}"/>
          </ac:spMkLst>
        </pc:spChg>
        <pc:graphicFrameChg chg="mod modGraphic">
          <ac:chgData name="Sebastian Schulz" userId="7b9eb8de-fba4-4de7-9449-93f55919c255" providerId="ADAL" clId="{1D6250A4-E3D4-E945-AE4C-F3A4204F181B}" dt="2025-05-26T14:38:22.110" v="29895" actId="207"/>
          <ac:graphicFrameMkLst>
            <pc:docMk/>
            <pc:sldMk cId="3664954242" sldId="296"/>
            <ac:graphicFrameMk id="5" creationId="{BE8178D9-C14A-33F6-624E-98DCC71B7DB7}"/>
          </ac:graphicFrameMkLst>
        </pc:graphicFrameChg>
      </pc:sldChg>
      <pc:sldChg chg="addSp delSp modSp add mod ord modShow">
        <pc:chgData name="Sebastian Schulz" userId="7b9eb8de-fba4-4de7-9449-93f55919c255" providerId="ADAL" clId="{1D6250A4-E3D4-E945-AE4C-F3A4204F181B}" dt="2025-05-26T19:34:11.787" v="30541" actId="20578"/>
        <pc:sldMkLst>
          <pc:docMk/>
          <pc:sldMk cId="168424007" sldId="297"/>
        </pc:sldMkLst>
        <pc:spChg chg="mod">
          <ac:chgData name="Sebastian Schulz" userId="7b9eb8de-fba4-4de7-9449-93f55919c255" providerId="ADAL" clId="{1D6250A4-E3D4-E945-AE4C-F3A4204F181B}" dt="2025-05-26T13:43:25.778" v="29542" actId="207"/>
          <ac:spMkLst>
            <pc:docMk/>
            <pc:sldMk cId="168424007" sldId="297"/>
            <ac:spMk id="2" creationId="{3E918E06-6810-911A-E938-80D942032AE9}"/>
          </ac:spMkLst>
        </pc:spChg>
        <pc:spChg chg="add mod">
          <ac:chgData name="Sebastian Schulz" userId="7b9eb8de-fba4-4de7-9449-93f55919c255" providerId="ADAL" clId="{1D6250A4-E3D4-E945-AE4C-F3A4204F181B}" dt="2025-05-26T13:47:33.168" v="29670" actId="14100"/>
          <ac:spMkLst>
            <pc:docMk/>
            <pc:sldMk cId="168424007" sldId="297"/>
            <ac:spMk id="3" creationId="{06816760-BBAD-4B1B-2E78-06CC3103B822}"/>
          </ac:spMkLst>
        </pc:spChg>
        <pc:spChg chg="mod">
          <ac:chgData name="Sebastian Schulz" userId="7b9eb8de-fba4-4de7-9449-93f55919c255" providerId="ADAL" clId="{1D6250A4-E3D4-E945-AE4C-F3A4204F181B}" dt="2025-05-24T22:20:26.443" v="25285" actId="1076"/>
          <ac:spMkLst>
            <pc:docMk/>
            <pc:sldMk cId="168424007" sldId="297"/>
            <ac:spMk id="4" creationId="{0083F9A2-EA08-B898-D569-9B57668345F1}"/>
          </ac:spMkLst>
        </pc:spChg>
        <pc:spChg chg="add mod">
          <ac:chgData name="Sebastian Schulz" userId="7b9eb8de-fba4-4de7-9449-93f55919c255" providerId="ADAL" clId="{1D6250A4-E3D4-E945-AE4C-F3A4204F181B}" dt="2025-05-26T13:43:31.738" v="29543" actId="1076"/>
          <ac:spMkLst>
            <pc:docMk/>
            <pc:sldMk cId="168424007" sldId="297"/>
            <ac:spMk id="5" creationId="{EB51B5D0-2B22-78FC-8717-F5A29B4BCB1C}"/>
          </ac:spMkLst>
        </pc:spChg>
        <pc:spChg chg="mod">
          <ac:chgData name="Sebastian Schulz" userId="7b9eb8de-fba4-4de7-9449-93f55919c255" providerId="ADAL" clId="{1D6250A4-E3D4-E945-AE4C-F3A4204F181B}" dt="2025-05-24T22:21:27.381" v="25326" actId="1076"/>
          <ac:spMkLst>
            <pc:docMk/>
            <pc:sldMk cId="168424007" sldId="297"/>
            <ac:spMk id="6" creationId="{FA231904-3F03-2AFF-A394-A23EB2F85258}"/>
          </ac:spMkLst>
        </pc:spChg>
        <pc:spChg chg="add mod">
          <ac:chgData name="Sebastian Schulz" userId="7b9eb8de-fba4-4de7-9449-93f55919c255" providerId="ADAL" clId="{1D6250A4-E3D4-E945-AE4C-F3A4204F181B}" dt="2025-05-26T13:47:38.879" v="29677" actId="1035"/>
          <ac:spMkLst>
            <pc:docMk/>
            <pc:sldMk cId="168424007" sldId="297"/>
            <ac:spMk id="7" creationId="{A7058CC2-965A-33C0-43DC-8003615F4EF4}"/>
          </ac:spMkLst>
        </pc:spChg>
        <pc:spChg chg="add mod">
          <ac:chgData name="Sebastian Schulz" userId="7b9eb8de-fba4-4de7-9449-93f55919c255" providerId="ADAL" clId="{1D6250A4-E3D4-E945-AE4C-F3A4204F181B}" dt="2025-05-26T13:44:53.904" v="29562" actId="1076"/>
          <ac:spMkLst>
            <pc:docMk/>
            <pc:sldMk cId="168424007" sldId="297"/>
            <ac:spMk id="8" creationId="{CBFD9D5F-0D87-3EFD-1147-8775C0C79402}"/>
          </ac:spMkLst>
        </pc:spChg>
        <pc:spChg chg="add mod">
          <ac:chgData name="Sebastian Schulz" userId="7b9eb8de-fba4-4de7-9449-93f55919c255" providerId="ADAL" clId="{1D6250A4-E3D4-E945-AE4C-F3A4204F181B}" dt="2025-05-26T14:02:13.049" v="29859" actId="14100"/>
          <ac:spMkLst>
            <pc:docMk/>
            <pc:sldMk cId="168424007" sldId="297"/>
            <ac:spMk id="10" creationId="{3DC4D8B3-4949-5B17-2AA2-0C64A6C0EA56}"/>
          </ac:spMkLst>
        </pc:spChg>
        <pc:spChg chg="add mod">
          <ac:chgData name="Sebastian Schulz" userId="7b9eb8de-fba4-4de7-9449-93f55919c255" providerId="ADAL" clId="{1D6250A4-E3D4-E945-AE4C-F3A4204F181B}" dt="2025-05-26T13:56:58.925" v="29803" actId="1076"/>
          <ac:spMkLst>
            <pc:docMk/>
            <pc:sldMk cId="168424007" sldId="297"/>
            <ac:spMk id="12" creationId="{3CE3A67F-3001-4B47-8434-C62619055E2E}"/>
          </ac:spMkLst>
        </pc:spChg>
        <pc:spChg chg="add mod">
          <ac:chgData name="Sebastian Schulz" userId="7b9eb8de-fba4-4de7-9449-93f55919c255" providerId="ADAL" clId="{1D6250A4-E3D4-E945-AE4C-F3A4204F181B}" dt="2025-05-26T13:49:50.530" v="29743" actId="1076"/>
          <ac:spMkLst>
            <pc:docMk/>
            <pc:sldMk cId="168424007" sldId="297"/>
            <ac:spMk id="14" creationId="{C2509E88-202D-83E2-A4A8-7FAE01CC05AE}"/>
          </ac:spMkLst>
        </pc:spChg>
        <pc:spChg chg="add del mod">
          <ac:chgData name="Sebastian Schulz" userId="7b9eb8de-fba4-4de7-9449-93f55919c255" providerId="ADAL" clId="{1D6250A4-E3D4-E945-AE4C-F3A4204F181B}" dt="2025-05-26T13:56:47.772" v="29801" actId="478"/>
          <ac:spMkLst>
            <pc:docMk/>
            <pc:sldMk cId="168424007" sldId="297"/>
            <ac:spMk id="15" creationId="{ADD041D0-2579-4521-8B17-F21BA94AD461}"/>
          </ac:spMkLst>
        </pc:spChg>
        <pc:spChg chg="add mod">
          <ac:chgData name="Sebastian Schulz" userId="7b9eb8de-fba4-4de7-9449-93f55919c255" providerId="ADAL" clId="{1D6250A4-E3D4-E945-AE4C-F3A4204F181B}" dt="2025-05-26T13:47:38.879" v="29677" actId="1035"/>
          <ac:spMkLst>
            <pc:docMk/>
            <pc:sldMk cId="168424007" sldId="297"/>
            <ac:spMk id="18" creationId="{DCC338BC-81F3-D500-37B0-4E0B26376459}"/>
          </ac:spMkLst>
        </pc:spChg>
        <pc:spChg chg="add mod">
          <ac:chgData name="Sebastian Schulz" userId="7b9eb8de-fba4-4de7-9449-93f55919c255" providerId="ADAL" clId="{1D6250A4-E3D4-E945-AE4C-F3A4204F181B}" dt="2025-05-26T13:47:28.473" v="29669" actId="404"/>
          <ac:spMkLst>
            <pc:docMk/>
            <pc:sldMk cId="168424007" sldId="297"/>
            <ac:spMk id="21" creationId="{CF81571F-1D05-74B9-38B2-A2A104230281}"/>
          </ac:spMkLst>
        </pc:spChg>
        <pc:spChg chg="add mod">
          <ac:chgData name="Sebastian Schulz" userId="7b9eb8de-fba4-4de7-9449-93f55919c255" providerId="ADAL" clId="{1D6250A4-E3D4-E945-AE4C-F3A4204F181B}" dt="2025-05-26T13:57:51.323" v="29831" actId="20577"/>
          <ac:spMkLst>
            <pc:docMk/>
            <pc:sldMk cId="168424007" sldId="297"/>
            <ac:spMk id="23" creationId="{12D526EF-A56D-39D5-37AF-46B70299CBB9}"/>
          </ac:spMkLst>
        </pc:spChg>
        <pc:spChg chg="add del mod">
          <ac:chgData name="Sebastian Schulz" userId="7b9eb8de-fba4-4de7-9449-93f55919c255" providerId="ADAL" clId="{1D6250A4-E3D4-E945-AE4C-F3A4204F181B}" dt="2025-05-26T12:13:29.981" v="28890" actId="478"/>
          <ac:spMkLst>
            <pc:docMk/>
            <pc:sldMk cId="168424007" sldId="297"/>
            <ac:spMk id="27" creationId="{5C6903BF-6047-780A-1A11-A33D1638B001}"/>
          </ac:spMkLst>
        </pc:spChg>
        <pc:spChg chg="add mod">
          <ac:chgData name="Sebastian Schulz" userId="7b9eb8de-fba4-4de7-9449-93f55919c255" providerId="ADAL" clId="{1D6250A4-E3D4-E945-AE4C-F3A4204F181B}" dt="2025-05-26T13:57:22.306" v="29809" actId="1076"/>
          <ac:spMkLst>
            <pc:docMk/>
            <pc:sldMk cId="168424007" sldId="297"/>
            <ac:spMk id="27" creationId="{6DAE1DFA-5D41-0044-2D0F-77C46B45BF2C}"/>
          </ac:spMkLst>
        </pc:spChg>
        <pc:spChg chg="add del mod">
          <ac:chgData name="Sebastian Schulz" userId="7b9eb8de-fba4-4de7-9449-93f55919c255" providerId="ADAL" clId="{1D6250A4-E3D4-E945-AE4C-F3A4204F181B}" dt="2025-05-26T12:16:17.793" v="29008" actId="478"/>
          <ac:spMkLst>
            <pc:docMk/>
            <pc:sldMk cId="168424007" sldId="297"/>
            <ac:spMk id="28" creationId="{B1CAA5C2-F68F-8B61-7B9E-7F2F0FEC97FA}"/>
          </ac:spMkLst>
        </pc:spChg>
        <pc:spChg chg="add del mod">
          <ac:chgData name="Sebastian Schulz" userId="7b9eb8de-fba4-4de7-9449-93f55919c255" providerId="ADAL" clId="{1D6250A4-E3D4-E945-AE4C-F3A4204F181B}" dt="2025-05-24T22:08:58.657" v="24967" actId="478"/>
          <ac:spMkLst>
            <pc:docMk/>
            <pc:sldMk cId="168424007" sldId="297"/>
            <ac:spMk id="30" creationId="{9E43F050-74AC-1375-7CBC-82C99E26DFC3}"/>
          </ac:spMkLst>
        </pc:spChg>
        <pc:spChg chg="add del mod">
          <ac:chgData name="Sebastian Schulz" userId="7b9eb8de-fba4-4de7-9449-93f55919c255" providerId="ADAL" clId="{1D6250A4-E3D4-E945-AE4C-F3A4204F181B}" dt="2025-05-26T12:16:34.854" v="29011" actId="478"/>
          <ac:spMkLst>
            <pc:docMk/>
            <pc:sldMk cId="168424007" sldId="297"/>
            <ac:spMk id="31" creationId="{53025B21-24D1-5ED4-FC69-373CB788248C}"/>
          </ac:spMkLst>
        </pc:spChg>
        <pc:spChg chg="add del mod">
          <ac:chgData name="Sebastian Schulz" userId="7b9eb8de-fba4-4de7-9449-93f55919c255" providerId="ADAL" clId="{1D6250A4-E3D4-E945-AE4C-F3A4204F181B}" dt="2025-05-26T12:16:12.152" v="29007" actId="478"/>
          <ac:spMkLst>
            <pc:docMk/>
            <pc:sldMk cId="168424007" sldId="297"/>
            <ac:spMk id="73" creationId="{B230BA4B-05C8-9CD3-D419-4D55C0E01F18}"/>
          </ac:spMkLst>
        </pc:spChg>
        <pc:spChg chg="add del">
          <ac:chgData name="Sebastian Schulz" userId="7b9eb8de-fba4-4de7-9449-93f55919c255" providerId="ADAL" clId="{1D6250A4-E3D4-E945-AE4C-F3A4204F181B}" dt="2025-05-24T22:18:51.484" v="25215" actId="478"/>
          <ac:spMkLst>
            <pc:docMk/>
            <pc:sldMk cId="168424007" sldId="297"/>
            <ac:spMk id="78" creationId="{8790FDC7-F529-90C0-C7C2-DE67058B70A9}"/>
          </ac:spMkLst>
        </pc:spChg>
        <pc:spChg chg="add del mod">
          <ac:chgData name="Sebastian Schulz" userId="7b9eb8de-fba4-4de7-9449-93f55919c255" providerId="ADAL" clId="{1D6250A4-E3D4-E945-AE4C-F3A4204F181B}" dt="2025-05-26T12:18:01.629" v="29049" actId="478"/>
          <ac:spMkLst>
            <pc:docMk/>
            <pc:sldMk cId="168424007" sldId="297"/>
            <ac:spMk id="79" creationId="{22959CFB-42E2-8279-104F-F732E373530D}"/>
          </ac:spMkLst>
        </pc:spChg>
        <pc:spChg chg="add del mod">
          <ac:chgData name="Sebastian Schulz" userId="7b9eb8de-fba4-4de7-9449-93f55919c255" providerId="ADAL" clId="{1D6250A4-E3D4-E945-AE4C-F3A4204F181B}" dt="2025-05-26T12:17:58.513" v="29048" actId="478"/>
          <ac:spMkLst>
            <pc:docMk/>
            <pc:sldMk cId="168424007" sldId="297"/>
            <ac:spMk id="80" creationId="{7C53A46E-9801-D04C-FDFE-DBB9508913D8}"/>
          </ac:spMkLst>
        </pc:spChg>
        <pc:spChg chg="add mod">
          <ac:chgData name="Sebastian Schulz" userId="7b9eb8de-fba4-4de7-9449-93f55919c255" providerId="ADAL" clId="{1D6250A4-E3D4-E945-AE4C-F3A4204F181B}" dt="2025-05-26T13:46:35.124" v="29632" actId="1076"/>
          <ac:spMkLst>
            <pc:docMk/>
            <pc:sldMk cId="168424007" sldId="297"/>
            <ac:spMk id="81" creationId="{6E621AB2-2204-233F-EDAC-B6E6B9E484E9}"/>
          </ac:spMkLst>
        </pc:spChg>
        <pc:spChg chg="add del mod">
          <ac:chgData name="Sebastian Schulz" userId="7b9eb8de-fba4-4de7-9449-93f55919c255" providerId="ADAL" clId="{1D6250A4-E3D4-E945-AE4C-F3A4204F181B}" dt="2025-05-26T13:56:47.772" v="29801" actId="478"/>
          <ac:spMkLst>
            <pc:docMk/>
            <pc:sldMk cId="168424007" sldId="297"/>
            <ac:spMk id="82" creationId="{95CC251E-ABBE-7551-42BE-1E67045DF186}"/>
          </ac:spMkLst>
        </pc:spChg>
        <pc:spChg chg="add del mod">
          <ac:chgData name="Sebastian Schulz" userId="7b9eb8de-fba4-4de7-9449-93f55919c255" providerId="ADAL" clId="{1D6250A4-E3D4-E945-AE4C-F3A4204F181B}" dt="2025-05-26T12:13:32.080" v="28891" actId="478"/>
          <ac:spMkLst>
            <pc:docMk/>
            <pc:sldMk cId="168424007" sldId="297"/>
            <ac:spMk id="83" creationId="{B842A48C-066E-21AD-F3FE-3BA2319DCFB5}"/>
          </ac:spMkLst>
        </pc:spChg>
        <pc:spChg chg="add del mod">
          <ac:chgData name="Sebastian Schulz" userId="7b9eb8de-fba4-4de7-9449-93f55919c255" providerId="ADAL" clId="{1D6250A4-E3D4-E945-AE4C-F3A4204F181B}" dt="2025-05-26T12:16:18.794" v="29009" actId="478"/>
          <ac:spMkLst>
            <pc:docMk/>
            <pc:sldMk cId="168424007" sldId="297"/>
            <ac:spMk id="84" creationId="{9DB58FEF-F890-CC74-FC44-9B3B3299CCEE}"/>
          </ac:spMkLst>
        </pc:spChg>
        <pc:spChg chg="add del mod">
          <ac:chgData name="Sebastian Schulz" userId="7b9eb8de-fba4-4de7-9449-93f55919c255" providerId="ADAL" clId="{1D6250A4-E3D4-E945-AE4C-F3A4204F181B}" dt="2025-05-26T12:16:10.496" v="29006" actId="478"/>
          <ac:spMkLst>
            <pc:docMk/>
            <pc:sldMk cId="168424007" sldId="297"/>
            <ac:spMk id="85" creationId="{D780D67B-8329-74EF-AF52-31639AA82CF1}"/>
          </ac:spMkLst>
        </pc:spChg>
        <pc:picChg chg="del">
          <ac:chgData name="Sebastian Schulz" userId="7b9eb8de-fba4-4de7-9449-93f55919c255" providerId="ADAL" clId="{1D6250A4-E3D4-E945-AE4C-F3A4204F181B}" dt="2025-05-20T12:21:08.524" v="8031" actId="478"/>
          <ac:picMkLst>
            <pc:docMk/>
            <pc:sldMk cId="168424007" sldId="297"/>
            <ac:picMk id="8" creationId="{4C955490-178A-6D67-3DAC-4C814D46D2BF}"/>
          </ac:picMkLst>
        </pc:picChg>
        <pc:cxnChg chg="add mod">
          <ac:chgData name="Sebastian Schulz" userId="7b9eb8de-fba4-4de7-9449-93f55919c255" providerId="ADAL" clId="{1D6250A4-E3D4-E945-AE4C-F3A4204F181B}" dt="2025-05-26T13:47:38.879" v="29677" actId="1035"/>
          <ac:cxnSpMkLst>
            <pc:docMk/>
            <pc:sldMk cId="168424007" sldId="297"/>
            <ac:cxnSpMk id="9" creationId="{4DB5C436-5B40-5750-569C-1C5475F3BFA0}"/>
          </ac:cxnSpMkLst>
        </pc:cxnChg>
        <pc:cxnChg chg="add del mod">
          <ac:chgData name="Sebastian Schulz" userId="7b9eb8de-fba4-4de7-9449-93f55919c255" providerId="ADAL" clId="{1D6250A4-E3D4-E945-AE4C-F3A4204F181B}" dt="2025-05-24T21:55:36.182" v="24571" actId="478"/>
          <ac:cxnSpMkLst>
            <pc:docMk/>
            <pc:sldMk cId="168424007" sldId="297"/>
            <ac:cxnSpMk id="10" creationId="{50E7F584-B58A-FD38-DCDE-4FD2F6ED06BB}"/>
          </ac:cxnSpMkLst>
        </pc:cxnChg>
        <pc:cxnChg chg="add del mod">
          <ac:chgData name="Sebastian Schulz" userId="7b9eb8de-fba4-4de7-9449-93f55919c255" providerId="ADAL" clId="{1D6250A4-E3D4-E945-AE4C-F3A4204F181B}" dt="2025-05-26T13:45:26.722" v="29605" actId="478"/>
          <ac:cxnSpMkLst>
            <pc:docMk/>
            <pc:sldMk cId="168424007" sldId="297"/>
            <ac:cxnSpMk id="11" creationId="{05521836-AD76-DE54-65EB-D83785AE62C8}"/>
          </ac:cxnSpMkLst>
        </pc:cxnChg>
        <pc:cxnChg chg="add del mod">
          <ac:chgData name="Sebastian Schulz" userId="7b9eb8de-fba4-4de7-9449-93f55919c255" providerId="ADAL" clId="{1D6250A4-E3D4-E945-AE4C-F3A4204F181B}" dt="2025-05-24T21:55:34.143" v="24570" actId="478"/>
          <ac:cxnSpMkLst>
            <pc:docMk/>
            <pc:sldMk cId="168424007" sldId="297"/>
            <ac:cxnSpMk id="12" creationId="{293F91CD-7A01-8D53-1D51-DE98F07A7FF8}"/>
          </ac:cxnSpMkLst>
        </pc:cxnChg>
        <pc:cxnChg chg="add del mod">
          <ac:chgData name="Sebastian Schulz" userId="7b9eb8de-fba4-4de7-9449-93f55919c255" providerId="ADAL" clId="{1D6250A4-E3D4-E945-AE4C-F3A4204F181B}" dt="2025-05-26T13:56:49.469" v="29802" actId="478"/>
          <ac:cxnSpMkLst>
            <pc:docMk/>
            <pc:sldMk cId="168424007" sldId="297"/>
            <ac:cxnSpMk id="16" creationId="{416A85A0-E3CE-9799-60F5-7A1618D3E527}"/>
          </ac:cxnSpMkLst>
        </pc:cxnChg>
        <pc:cxnChg chg="add mod">
          <ac:chgData name="Sebastian Schulz" userId="7b9eb8de-fba4-4de7-9449-93f55919c255" providerId="ADAL" clId="{1D6250A4-E3D4-E945-AE4C-F3A4204F181B}" dt="2025-05-26T13:45:55.669" v="29626" actId="1036"/>
          <ac:cxnSpMkLst>
            <pc:docMk/>
            <pc:sldMk cId="168424007" sldId="297"/>
            <ac:cxnSpMk id="17" creationId="{F1772C44-AC09-F760-485F-891D6EEC0659}"/>
          </ac:cxnSpMkLst>
        </pc:cxnChg>
        <pc:cxnChg chg="add mod">
          <ac:chgData name="Sebastian Schulz" userId="7b9eb8de-fba4-4de7-9449-93f55919c255" providerId="ADAL" clId="{1D6250A4-E3D4-E945-AE4C-F3A4204F181B}" dt="2025-05-26T13:56:58.925" v="29803" actId="1076"/>
          <ac:cxnSpMkLst>
            <pc:docMk/>
            <pc:sldMk cId="168424007" sldId="297"/>
            <ac:cxnSpMk id="19" creationId="{68FB479A-C9E9-A0C9-B85C-4D465F3F97B3}"/>
          </ac:cxnSpMkLst>
        </pc:cxnChg>
        <pc:cxnChg chg="add mod">
          <ac:chgData name="Sebastian Schulz" userId="7b9eb8de-fba4-4de7-9449-93f55919c255" providerId="ADAL" clId="{1D6250A4-E3D4-E945-AE4C-F3A4204F181B}" dt="2025-05-26T13:45:21.043" v="29603" actId="14100"/>
          <ac:cxnSpMkLst>
            <pc:docMk/>
            <pc:sldMk cId="168424007" sldId="297"/>
            <ac:cxnSpMk id="20" creationId="{119B69E2-9D1F-DED5-0CD9-B3CBA7D0F010}"/>
          </ac:cxnSpMkLst>
        </pc:cxnChg>
        <pc:cxnChg chg="add del mod">
          <ac:chgData name="Sebastian Schulz" userId="7b9eb8de-fba4-4de7-9449-93f55919c255" providerId="ADAL" clId="{1D6250A4-E3D4-E945-AE4C-F3A4204F181B}" dt="2025-05-26T12:13:33.573" v="28892" actId="478"/>
          <ac:cxnSpMkLst>
            <pc:docMk/>
            <pc:sldMk cId="168424007" sldId="297"/>
            <ac:cxnSpMk id="24" creationId="{7AD85CB7-735F-01D1-D92C-7B4E992B0956}"/>
          </ac:cxnSpMkLst>
        </pc:cxnChg>
        <pc:cxnChg chg="add mod">
          <ac:chgData name="Sebastian Schulz" userId="7b9eb8de-fba4-4de7-9449-93f55919c255" providerId="ADAL" clId="{1D6250A4-E3D4-E945-AE4C-F3A4204F181B}" dt="2025-05-26T13:57:12.666" v="29805" actId="1076"/>
          <ac:cxnSpMkLst>
            <pc:docMk/>
            <pc:sldMk cId="168424007" sldId="297"/>
            <ac:cxnSpMk id="24" creationId="{C98551C6-09F9-1FB9-6354-E159A3654319}"/>
          </ac:cxnSpMkLst>
        </pc:cxnChg>
        <pc:cxnChg chg="add del mod">
          <ac:chgData name="Sebastian Schulz" userId="7b9eb8de-fba4-4de7-9449-93f55919c255" providerId="ADAL" clId="{1D6250A4-E3D4-E945-AE4C-F3A4204F181B}" dt="2025-05-26T12:16:45.131" v="29013" actId="478"/>
          <ac:cxnSpMkLst>
            <pc:docMk/>
            <pc:sldMk cId="168424007" sldId="297"/>
            <ac:cxnSpMk id="25" creationId="{09D8C56B-EEA5-2B91-8014-6E5473947DB0}"/>
          </ac:cxnSpMkLst>
        </pc:cxnChg>
        <pc:cxnChg chg="add mod">
          <ac:chgData name="Sebastian Schulz" userId="7b9eb8de-fba4-4de7-9449-93f55919c255" providerId="ADAL" clId="{1D6250A4-E3D4-E945-AE4C-F3A4204F181B}" dt="2025-05-26T13:57:17.120" v="29807" actId="1076"/>
          <ac:cxnSpMkLst>
            <pc:docMk/>
            <pc:sldMk cId="168424007" sldId="297"/>
            <ac:cxnSpMk id="25" creationId="{EC2DCF7B-283C-34C2-4A11-3855E6ECA489}"/>
          </ac:cxnSpMkLst>
        </pc:cxnChg>
        <pc:cxnChg chg="add del mod">
          <ac:chgData name="Sebastian Schulz" userId="7b9eb8de-fba4-4de7-9449-93f55919c255" providerId="ADAL" clId="{1D6250A4-E3D4-E945-AE4C-F3A4204F181B}" dt="2025-05-26T13:45:24.921" v="29604" actId="478"/>
          <ac:cxnSpMkLst>
            <pc:docMk/>
            <pc:sldMk cId="168424007" sldId="297"/>
            <ac:cxnSpMk id="26" creationId="{C96CDC93-922C-0862-1557-EC15D4378FB4}"/>
          </ac:cxnSpMkLst>
        </pc:cxnChg>
        <pc:cxnChg chg="add del mod">
          <ac:chgData name="Sebastian Schulz" userId="7b9eb8de-fba4-4de7-9449-93f55919c255" providerId="ADAL" clId="{1D6250A4-E3D4-E945-AE4C-F3A4204F181B}" dt="2025-05-26T12:16:19.849" v="29010" actId="478"/>
          <ac:cxnSpMkLst>
            <pc:docMk/>
            <pc:sldMk cId="168424007" sldId="297"/>
            <ac:cxnSpMk id="29" creationId="{77281346-09D4-6AF9-D013-061B9EEA1EA1}"/>
          </ac:cxnSpMkLst>
        </pc:cxnChg>
        <pc:cxnChg chg="add del mod">
          <ac:chgData name="Sebastian Schulz" userId="7b9eb8de-fba4-4de7-9449-93f55919c255" providerId="ADAL" clId="{1D6250A4-E3D4-E945-AE4C-F3A4204F181B}" dt="2025-05-26T12:16:39.348" v="29012" actId="478"/>
          <ac:cxnSpMkLst>
            <pc:docMk/>
            <pc:sldMk cId="168424007" sldId="297"/>
            <ac:cxnSpMk id="57" creationId="{AA71ABE4-FCA3-1499-95D4-3847847E11D7}"/>
          </ac:cxnSpMkLst>
        </pc:cxnChg>
        <pc:cxnChg chg="add del mod">
          <ac:chgData name="Sebastian Schulz" userId="7b9eb8de-fba4-4de7-9449-93f55919c255" providerId="ADAL" clId="{1D6250A4-E3D4-E945-AE4C-F3A4204F181B}" dt="2025-05-26T12:16:39.348" v="29012" actId="478"/>
          <ac:cxnSpMkLst>
            <pc:docMk/>
            <pc:sldMk cId="168424007" sldId="297"/>
            <ac:cxnSpMk id="59" creationId="{7F0739B3-9A25-E06E-5EC0-0B4192D4D538}"/>
          </ac:cxnSpMkLst>
        </pc:cxnChg>
        <pc:cxnChg chg="add del mod">
          <ac:chgData name="Sebastian Schulz" userId="7b9eb8de-fba4-4de7-9449-93f55919c255" providerId="ADAL" clId="{1D6250A4-E3D4-E945-AE4C-F3A4204F181B}" dt="2025-05-26T12:16:39.348" v="29012" actId="478"/>
          <ac:cxnSpMkLst>
            <pc:docMk/>
            <pc:sldMk cId="168424007" sldId="297"/>
            <ac:cxnSpMk id="60" creationId="{CF58FEFB-F6A0-E17B-F247-E9D92440136C}"/>
          </ac:cxnSpMkLst>
        </pc:cxnChg>
        <pc:cxnChg chg="add del mod">
          <ac:chgData name="Sebastian Schulz" userId="7b9eb8de-fba4-4de7-9449-93f55919c255" providerId="ADAL" clId="{1D6250A4-E3D4-E945-AE4C-F3A4204F181B}" dt="2025-05-26T12:16:39.348" v="29012" actId="478"/>
          <ac:cxnSpMkLst>
            <pc:docMk/>
            <pc:sldMk cId="168424007" sldId="297"/>
            <ac:cxnSpMk id="61" creationId="{C3456D61-E291-3541-0906-180E8BA2CD0F}"/>
          </ac:cxnSpMkLst>
        </pc:cxnChg>
        <pc:cxnChg chg="add del mod">
          <ac:chgData name="Sebastian Schulz" userId="7b9eb8de-fba4-4de7-9449-93f55919c255" providerId="ADAL" clId="{1D6250A4-E3D4-E945-AE4C-F3A4204F181B}" dt="2025-05-26T13:43:22.674" v="29541" actId="478"/>
          <ac:cxnSpMkLst>
            <pc:docMk/>
            <pc:sldMk cId="168424007" sldId="297"/>
            <ac:cxnSpMk id="63" creationId="{D201FD04-37A6-63E7-E5C8-68EACDF35DCF}"/>
          </ac:cxnSpMkLst>
        </pc:cxnChg>
        <pc:cxnChg chg="add del mod">
          <ac:chgData name="Sebastian Schulz" userId="7b9eb8de-fba4-4de7-9449-93f55919c255" providerId="ADAL" clId="{1D6250A4-E3D4-E945-AE4C-F3A4204F181B}" dt="2025-05-26T13:43:21.809" v="29540" actId="478"/>
          <ac:cxnSpMkLst>
            <pc:docMk/>
            <pc:sldMk cId="168424007" sldId="297"/>
            <ac:cxnSpMk id="64" creationId="{1A102F45-E164-0730-1BB1-828EB06F7EAA}"/>
          </ac:cxnSpMkLst>
        </pc:cxnChg>
        <pc:cxnChg chg="add del mod">
          <ac:chgData name="Sebastian Schulz" userId="7b9eb8de-fba4-4de7-9449-93f55919c255" providerId="ADAL" clId="{1D6250A4-E3D4-E945-AE4C-F3A4204F181B}" dt="2025-05-26T12:16:08.784" v="29005" actId="478"/>
          <ac:cxnSpMkLst>
            <pc:docMk/>
            <pc:sldMk cId="168424007" sldId="297"/>
            <ac:cxnSpMk id="70" creationId="{30FECEB9-3EEA-6FCA-6A7F-BD5BA3AF339C}"/>
          </ac:cxnSpMkLst>
        </pc:cxnChg>
      </pc:sldChg>
      <pc:sldChg chg="addSp delSp modSp new mod ord">
        <pc:chgData name="Sebastian Schulz" userId="7b9eb8de-fba4-4de7-9449-93f55919c255" providerId="ADAL" clId="{1D6250A4-E3D4-E945-AE4C-F3A4204F181B}" dt="2025-05-25T12:06:45.375" v="25979" actId="1076"/>
        <pc:sldMkLst>
          <pc:docMk/>
          <pc:sldMk cId="294643809" sldId="298"/>
        </pc:sldMkLst>
        <pc:spChg chg="mod">
          <ac:chgData name="Sebastian Schulz" userId="7b9eb8de-fba4-4de7-9449-93f55919c255" providerId="ADAL" clId="{1D6250A4-E3D4-E945-AE4C-F3A4204F181B}" dt="2025-05-22T13:57:04.071" v="14576" actId="14100"/>
          <ac:spMkLst>
            <pc:docMk/>
            <pc:sldMk cId="294643809" sldId="298"/>
            <ac:spMk id="2" creationId="{C8BD4C0E-6F2A-20A8-DBB5-250B2BF558A2}"/>
          </ac:spMkLst>
        </pc:spChg>
        <pc:spChg chg="mod">
          <ac:chgData name="Sebastian Schulz" userId="7b9eb8de-fba4-4de7-9449-93f55919c255" providerId="ADAL" clId="{1D6250A4-E3D4-E945-AE4C-F3A4204F181B}" dt="2025-05-22T13:57:44.072" v="14631" actId="20577"/>
          <ac:spMkLst>
            <pc:docMk/>
            <pc:sldMk cId="294643809" sldId="298"/>
            <ac:spMk id="3" creationId="{98E3C3C1-E9F6-0DDA-4E89-4F5BA232A5F0}"/>
          </ac:spMkLst>
        </pc:spChg>
        <pc:spChg chg="add mod">
          <ac:chgData name="Sebastian Schulz" userId="7b9eb8de-fba4-4de7-9449-93f55919c255" providerId="ADAL" clId="{1D6250A4-E3D4-E945-AE4C-F3A4204F181B}" dt="2025-05-25T12:06:45.375" v="25979" actId="1076"/>
          <ac:spMkLst>
            <pc:docMk/>
            <pc:sldMk cId="294643809" sldId="298"/>
            <ac:spMk id="5" creationId="{6FE51472-F2A7-3531-D6C1-D8463D140471}"/>
          </ac:spMkLst>
        </pc:spChg>
        <pc:spChg chg="add mod">
          <ac:chgData name="Sebastian Schulz" userId="7b9eb8de-fba4-4de7-9449-93f55919c255" providerId="ADAL" clId="{1D6250A4-E3D4-E945-AE4C-F3A4204F181B}" dt="2025-05-20T17:09:38.576" v="8742" actId="1076"/>
          <ac:spMkLst>
            <pc:docMk/>
            <pc:sldMk cId="294643809" sldId="298"/>
            <ac:spMk id="6" creationId="{47418DB3-B41C-3FC0-2564-64752067BE69}"/>
          </ac:spMkLst>
        </pc:spChg>
        <pc:spChg chg="add mod">
          <ac:chgData name="Sebastian Schulz" userId="7b9eb8de-fba4-4de7-9449-93f55919c255" providerId="ADAL" clId="{1D6250A4-E3D4-E945-AE4C-F3A4204F181B}" dt="2025-05-22T21:38:08.605" v="17550" actId="207"/>
          <ac:spMkLst>
            <pc:docMk/>
            <pc:sldMk cId="294643809" sldId="298"/>
            <ac:spMk id="7" creationId="{39AE8293-11DD-1826-C0D9-6DD9FE328744}"/>
          </ac:spMkLst>
        </pc:spChg>
        <pc:spChg chg="add del mod">
          <ac:chgData name="Sebastian Schulz" userId="7b9eb8de-fba4-4de7-9449-93f55919c255" providerId="ADAL" clId="{1D6250A4-E3D4-E945-AE4C-F3A4204F181B}" dt="2025-05-20T17:10:13.938" v="8785" actId="478"/>
          <ac:spMkLst>
            <pc:docMk/>
            <pc:sldMk cId="294643809" sldId="298"/>
            <ac:spMk id="8" creationId="{1B699483-163B-5754-C587-186E13E0A751}"/>
          </ac:spMkLst>
        </pc:spChg>
        <pc:spChg chg="add del mod">
          <ac:chgData name="Sebastian Schulz" userId="7b9eb8de-fba4-4de7-9449-93f55919c255" providerId="ADAL" clId="{1D6250A4-E3D4-E945-AE4C-F3A4204F181B}" dt="2025-05-22T13:56:04.886" v="14530" actId="478"/>
          <ac:spMkLst>
            <pc:docMk/>
            <pc:sldMk cId="294643809" sldId="298"/>
            <ac:spMk id="9" creationId="{2683DB5D-4F68-225B-0C1F-66ABA471BA95}"/>
          </ac:spMkLst>
        </pc:spChg>
        <pc:spChg chg="add del mod">
          <ac:chgData name="Sebastian Schulz" userId="7b9eb8de-fba4-4de7-9449-93f55919c255" providerId="ADAL" clId="{1D6250A4-E3D4-E945-AE4C-F3A4204F181B}" dt="2025-05-22T13:56:04.886" v="14530" actId="478"/>
          <ac:spMkLst>
            <pc:docMk/>
            <pc:sldMk cId="294643809" sldId="298"/>
            <ac:spMk id="10" creationId="{4EAA8D0E-8598-CB30-DD3D-1ACFAF89BF1A}"/>
          </ac:spMkLst>
        </pc:spChg>
        <pc:spChg chg="add mod">
          <ac:chgData name="Sebastian Schulz" userId="7b9eb8de-fba4-4de7-9449-93f55919c255" providerId="ADAL" clId="{1D6250A4-E3D4-E945-AE4C-F3A4204F181B}" dt="2025-05-22T13:56:33.772" v="14547" actId="1076"/>
          <ac:spMkLst>
            <pc:docMk/>
            <pc:sldMk cId="294643809" sldId="298"/>
            <ac:spMk id="11" creationId="{4EED4F4C-CCA5-E6F2-E9B4-E9C4F31398B3}"/>
          </ac:spMkLst>
        </pc:spChg>
        <pc:picChg chg="add mod">
          <ac:chgData name="Sebastian Schulz" userId="7b9eb8de-fba4-4de7-9449-93f55919c255" providerId="ADAL" clId="{1D6250A4-E3D4-E945-AE4C-F3A4204F181B}" dt="2025-05-22T13:56:21.439" v="14533" actId="1076"/>
          <ac:picMkLst>
            <pc:docMk/>
            <pc:sldMk cId="294643809" sldId="298"/>
            <ac:picMk id="1026" creationId="{385ADE3D-2E50-BF6C-D3F6-AD38F7DA38E7}"/>
          </ac:picMkLst>
        </pc:picChg>
        <pc:cxnChg chg="add mod">
          <ac:chgData name="Sebastian Schulz" userId="7b9eb8de-fba4-4de7-9449-93f55919c255" providerId="ADAL" clId="{1D6250A4-E3D4-E945-AE4C-F3A4204F181B}" dt="2025-05-22T21:37:24.429" v="17518" actId="1038"/>
          <ac:cxnSpMkLst>
            <pc:docMk/>
            <pc:sldMk cId="294643809" sldId="298"/>
            <ac:cxnSpMk id="8" creationId="{5F2376EF-D913-E0F1-2812-74861F38970B}"/>
          </ac:cxnSpMkLst>
        </pc:cxnChg>
        <pc:cxnChg chg="add mod">
          <ac:chgData name="Sebastian Schulz" userId="7b9eb8de-fba4-4de7-9449-93f55919c255" providerId="ADAL" clId="{1D6250A4-E3D4-E945-AE4C-F3A4204F181B}" dt="2025-05-22T21:38:25.570" v="17553" actId="1076"/>
          <ac:cxnSpMkLst>
            <pc:docMk/>
            <pc:sldMk cId="294643809" sldId="298"/>
            <ac:cxnSpMk id="9" creationId="{25BC8063-5431-5D3B-028F-37802F4220E6}"/>
          </ac:cxnSpMkLst>
        </pc:cxnChg>
        <pc:cxnChg chg="add mod">
          <ac:chgData name="Sebastian Schulz" userId="7b9eb8de-fba4-4de7-9449-93f55919c255" providerId="ADAL" clId="{1D6250A4-E3D4-E945-AE4C-F3A4204F181B}" dt="2025-05-22T21:38:29.680" v="17554" actId="1076"/>
          <ac:cxnSpMkLst>
            <pc:docMk/>
            <pc:sldMk cId="294643809" sldId="298"/>
            <ac:cxnSpMk id="10" creationId="{0254F6DA-DF4A-C78C-06E7-DBC5992C0818}"/>
          </ac:cxnSpMkLst>
        </pc:cxnChg>
        <pc:cxnChg chg="add mod">
          <ac:chgData name="Sebastian Schulz" userId="7b9eb8de-fba4-4de7-9449-93f55919c255" providerId="ADAL" clId="{1D6250A4-E3D4-E945-AE4C-F3A4204F181B}" dt="2025-05-22T21:38:33.070" v="17555" actId="1076"/>
          <ac:cxnSpMkLst>
            <pc:docMk/>
            <pc:sldMk cId="294643809" sldId="298"/>
            <ac:cxnSpMk id="12" creationId="{A23542F7-C55A-C3F8-632E-977372FB37FE}"/>
          </ac:cxnSpMkLst>
        </pc:cxnChg>
        <pc:cxnChg chg="add mod">
          <ac:chgData name="Sebastian Schulz" userId="7b9eb8de-fba4-4de7-9449-93f55919c255" providerId="ADAL" clId="{1D6250A4-E3D4-E945-AE4C-F3A4204F181B}" dt="2025-05-22T21:38:35.484" v="17556" actId="1076"/>
          <ac:cxnSpMkLst>
            <pc:docMk/>
            <pc:sldMk cId="294643809" sldId="298"/>
            <ac:cxnSpMk id="13" creationId="{212ADD91-7278-E7C2-CEDE-D34675C4D185}"/>
          </ac:cxnSpMkLst>
        </pc:cxnChg>
        <pc:cxnChg chg="add mod">
          <ac:chgData name="Sebastian Schulz" userId="7b9eb8de-fba4-4de7-9449-93f55919c255" providerId="ADAL" clId="{1D6250A4-E3D4-E945-AE4C-F3A4204F181B}" dt="2025-05-22T21:38:38.905" v="17557" actId="1076"/>
          <ac:cxnSpMkLst>
            <pc:docMk/>
            <pc:sldMk cId="294643809" sldId="298"/>
            <ac:cxnSpMk id="14" creationId="{241A74BF-6344-1339-DD87-90299B9EE7D6}"/>
          </ac:cxnSpMkLst>
        </pc:cxnChg>
        <pc:cxnChg chg="add del mod">
          <ac:chgData name="Sebastian Schulz" userId="7b9eb8de-fba4-4de7-9449-93f55919c255" providerId="ADAL" clId="{1D6250A4-E3D4-E945-AE4C-F3A4204F181B}" dt="2025-05-22T21:38:12.151" v="17551" actId="478"/>
          <ac:cxnSpMkLst>
            <pc:docMk/>
            <pc:sldMk cId="294643809" sldId="298"/>
            <ac:cxnSpMk id="15" creationId="{ABCBACA8-CCD6-F7D4-9C9E-5F957B3955D0}"/>
          </ac:cxnSpMkLst>
        </pc:cxnChg>
        <pc:cxnChg chg="add del mod">
          <ac:chgData name="Sebastian Schulz" userId="7b9eb8de-fba4-4de7-9449-93f55919c255" providerId="ADAL" clId="{1D6250A4-E3D4-E945-AE4C-F3A4204F181B}" dt="2025-05-22T21:38:14.513" v="17552" actId="478"/>
          <ac:cxnSpMkLst>
            <pc:docMk/>
            <pc:sldMk cId="294643809" sldId="298"/>
            <ac:cxnSpMk id="16" creationId="{DB8EB221-0BB3-652A-3794-147EA77CDF83}"/>
          </ac:cxnSpMkLst>
        </pc:cxnChg>
      </pc:sldChg>
      <pc:sldChg chg="addSp delSp modSp add mod ord">
        <pc:chgData name="Sebastian Schulz" userId="7b9eb8de-fba4-4de7-9449-93f55919c255" providerId="ADAL" clId="{1D6250A4-E3D4-E945-AE4C-F3A4204F181B}" dt="2025-05-22T21:42:50.532" v="17623" actId="555"/>
        <pc:sldMkLst>
          <pc:docMk/>
          <pc:sldMk cId="2274803046" sldId="299"/>
        </pc:sldMkLst>
        <pc:spChg chg="mod">
          <ac:chgData name="Sebastian Schulz" userId="7b9eb8de-fba4-4de7-9449-93f55919c255" providerId="ADAL" clId="{1D6250A4-E3D4-E945-AE4C-F3A4204F181B}" dt="2025-05-22T13:57:21.683" v="14617" actId="14100"/>
          <ac:spMkLst>
            <pc:docMk/>
            <pc:sldMk cId="2274803046" sldId="299"/>
            <ac:spMk id="2" creationId="{97E610A2-1C91-EA2C-06F2-236A71104044}"/>
          </ac:spMkLst>
        </pc:spChg>
        <pc:spChg chg="add del mod">
          <ac:chgData name="Sebastian Schulz" userId="7b9eb8de-fba4-4de7-9449-93f55919c255" providerId="ADAL" clId="{1D6250A4-E3D4-E945-AE4C-F3A4204F181B}" dt="2025-05-22T21:42:07.734" v="17607" actId="478"/>
          <ac:spMkLst>
            <pc:docMk/>
            <pc:sldMk cId="2274803046" sldId="299"/>
            <ac:spMk id="3" creationId="{1782B85A-9023-F513-E4F9-40AD7ADB6562}"/>
          </ac:spMkLst>
        </pc:spChg>
        <pc:spChg chg="del">
          <ac:chgData name="Sebastian Schulz" userId="7b9eb8de-fba4-4de7-9449-93f55919c255" providerId="ADAL" clId="{1D6250A4-E3D4-E945-AE4C-F3A4204F181B}" dt="2025-05-20T17:13:06.729" v="8814" actId="478"/>
          <ac:spMkLst>
            <pc:docMk/>
            <pc:sldMk cId="2274803046" sldId="299"/>
            <ac:spMk id="3" creationId="{597E4705-0E96-692E-189F-8C93FCAE5B51}"/>
          </ac:spMkLst>
        </pc:spChg>
        <pc:spChg chg="del">
          <ac:chgData name="Sebastian Schulz" userId="7b9eb8de-fba4-4de7-9449-93f55919c255" providerId="ADAL" clId="{1D6250A4-E3D4-E945-AE4C-F3A4204F181B}" dt="2025-05-20T17:13:16.966" v="8820" actId="478"/>
          <ac:spMkLst>
            <pc:docMk/>
            <pc:sldMk cId="2274803046" sldId="299"/>
            <ac:spMk id="6" creationId="{06043905-EB98-2DA7-D31D-E3E5AB3C24FF}"/>
          </ac:spMkLst>
        </pc:spChg>
        <pc:spChg chg="add del mod">
          <ac:chgData name="Sebastian Schulz" userId="7b9eb8de-fba4-4de7-9449-93f55919c255" providerId="ADAL" clId="{1D6250A4-E3D4-E945-AE4C-F3A4204F181B}" dt="2025-05-20T17:13:09.228" v="8815" actId="478"/>
          <ac:spMkLst>
            <pc:docMk/>
            <pc:sldMk cId="2274803046" sldId="299"/>
            <ac:spMk id="7" creationId="{0AF8CEBD-E66F-87FF-B5BC-218E2417A50B}"/>
          </ac:spMkLst>
        </pc:spChg>
        <pc:spChg chg="del">
          <ac:chgData name="Sebastian Schulz" userId="7b9eb8de-fba4-4de7-9449-93f55919c255" providerId="ADAL" clId="{1D6250A4-E3D4-E945-AE4C-F3A4204F181B}" dt="2025-05-20T17:13:15.429" v="8819" actId="478"/>
          <ac:spMkLst>
            <pc:docMk/>
            <pc:sldMk cId="2274803046" sldId="299"/>
            <ac:spMk id="9" creationId="{84BB8CD7-A3E1-5C5B-D931-1953CE7CAE4A}"/>
          </ac:spMkLst>
        </pc:spChg>
        <pc:spChg chg="del">
          <ac:chgData name="Sebastian Schulz" userId="7b9eb8de-fba4-4de7-9449-93f55919c255" providerId="ADAL" clId="{1D6250A4-E3D4-E945-AE4C-F3A4204F181B}" dt="2025-05-20T17:13:14.148" v="8818" actId="478"/>
          <ac:spMkLst>
            <pc:docMk/>
            <pc:sldMk cId="2274803046" sldId="299"/>
            <ac:spMk id="10" creationId="{6D060841-DB7A-CDE5-8B07-3F6BE13F75C2}"/>
          </ac:spMkLst>
        </pc:spChg>
        <pc:spChg chg="add mod">
          <ac:chgData name="Sebastian Schulz" userId="7b9eb8de-fba4-4de7-9449-93f55919c255" providerId="ADAL" clId="{1D6250A4-E3D4-E945-AE4C-F3A4204F181B}" dt="2025-05-22T21:42:50.532" v="17623" actId="555"/>
          <ac:spMkLst>
            <pc:docMk/>
            <pc:sldMk cId="2274803046" sldId="299"/>
            <ac:spMk id="11" creationId="{1B968865-6327-436F-4CB0-B679BB99C55D}"/>
          </ac:spMkLst>
        </pc:spChg>
        <pc:spChg chg="del">
          <ac:chgData name="Sebastian Schulz" userId="7b9eb8de-fba4-4de7-9449-93f55919c255" providerId="ADAL" clId="{1D6250A4-E3D4-E945-AE4C-F3A4204F181B}" dt="2025-05-20T17:13:12.723" v="8817" actId="478"/>
          <ac:spMkLst>
            <pc:docMk/>
            <pc:sldMk cId="2274803046" sldId="299"/>
            <ac:spMk id="11" creationId="{534B8787-300D-7972-2BF8-B4EDCBE4C0AF}"/>
          </ac:spMkLst>
        </pc:spChg>
        <pc:spChg chg="add mod">
          <ac:chgData name="Sebastian Schulz" userId="7b9eb8de-fba4-4de7-9449-93f55919c255" providerId="ADAL" clId="{1D6250A4-E3D4-E945-AE4C-F3A4204F181B}" dt="2025-05-22T21:39:54.745" v="17583" actId="1076"/>
          <ac:spMkLst>
            <pc:docMk/>
            <pc:sldMk cId="2274803046" sldId="299"/>
            <ac:spMk id="12" creationId="{3228A12B-B63C-DE59-C1C8-F4395C843377}"/>
          </ac:spMkLst>
        </pc:spChg>
        <pc:spChg chg="add mod">
          <ac:chgData name="Sebastian Schulz" userId="7b9eb8de-fba4-4de7-9449-93f55919c255" providerId="ADAL" clId="{1D6250A4-E3D4-E945-AE4C-F3A4204F181B}" dt="2025-05-22T21:42:15.841" v="17608" actId="1076"/>
          <ac:spMkLst>
            <pc:docMk/>
            <pc:sldMk cId="2274803046" sldId="299"/>
            <ac:spMk id="13" creationId="{18F2591A-8991-078D-B7C0-AD01639FE018}"/>
          </ac:spMkLst>
        </pc:spChg>
        <pc:spChg chg="add mod">
          <ac:chgData name="Sebastian Schulz" userId="7b9eb8de-fba4-4de7-9449-93f55919c255" providerId="ADAL" clId="{1D6250A4-E3D4-E945-AE4C-F3A4204F181B}" dt="2025-05-20T17:28:07.917" v="9275" actId="20577"/>
          <ac:spMkLst>
            <pc:docMk/>
            <pc:sldMk cId="2274803046" sldId="299"/>
            <ac:spMk id="14" creationId="{BF58BB13-FB77-6FF0-3641-E41197853EE7}"/>
          </ac:spMkLst>
        </pc:spChg>
        <pc:spChg chg="add mod">
          <ac:chgData name="Sebastian Schulz" userId="7b9eb8de-fba4-4de7-9449-93f55919c255" providerId="ADAL" clId="{1D6250A4-E3D4-E945-AE4C-F3A4204F181B}" dt="2025-05-22T21:42:15.841" v="17608" actId="1076"/>
          <ac:spMkLst>
            <pc:docMk/>
            <pc:sldMk cId="2274803046" sldId="299"/>
            <ac:spMk id="16" creationId="{3BC00CC0-5F1B-A097-01D9-9AA40183F389}"/>
          </ac:spMkLst>
        </pc:spChg>
        <pc:spChg chg="add mod">
          <ac:chgData name="Sebastian Schulz" userId="7b9eb8de-fba4-4de7-9449-93f55919c255" providerId="ADAL" clId="{1D6250A4-E3D4-E945-AE4C-F3A4204F181B}" dt="2025-05-22T21:40:00.462" v="17584" actId="1076"/>
          <ac:spMkLst>
            <pc:docMk/>
            <pc:sldMk cId="2274803046" sldId="299"/>
            <ac:spMk id="17" creationId="{BB41C7ED-0A6B-5102-DA33-2F86640751CB}"/>
          </ac:spMkLst>
        </pc:spChg>
        <pc:spChg chg="add del mod">
          <ac:chgData name="Sebastian Schulz" userId="7b9eb8de-fba4-4de7-9449-93f55919c255" providerId="ADAL" clId="{1D6250A4-E3D4-E945-AE4C-F3A4204F181B}" dt="2025-05-22T21:42:29.108" v="17614" actId="478"/>
          <ac:spMkLst>
            <pc:docMk/>
            <pc:sldMk cId="2274803046" sldId="299"/>
            <ac:spMk id="21" creationId="{BE5AACCA-F24D-D025-35B9-8771C3CFE4CB}"/>
          </ac:spMkLst>
        </pc:spChg>
        <pc:spChg chg="add mod">
          <ac:chgData name="Sebastian Schulz" userId="7b9eb8de-fba4-4de7-9449-93f55919c255" providerId="ADAL" clId="{1D6250A4-E3D4-E945-AE4C-F3A4204F181B}" dt="2025-05-22T21:42:50.532" v="17623" actId="555"/>
          <ac:spMkLst>
            <pc:docMk/>
            <pc:sldMk cId="2274803046" sldId="299"/>
            <ac:spMk id="22" creationId="{61059304-3A39-A5BD-BCB4-7626054C7172}"/>
          </ac:spMkLst>
        </pc:spChg>
        <pc:picChg chg="add mod modCrop">
          <ac:chgData name="Sebastian Schulz" userId="7b9eb8de-fba4-4de7-9449-93f55919c255" providerId="ADAL" clId="{1D6250A4-E3D4-E945-AE4C-F3A4204F181B}" dt="2025-05-22T21:40:15.895" v="17585" actId="732"/>
          <ac:picMkLst>
            <pc:docMk/>
            <pc:sldMk cId="2274803046" sldId="299"/>
            <ac:picMk id="15" creationId="{C05D08C0-0701-8A5E-E6F0-35F1F670856D}"/>
          </ac:picMkLst>
        </pc:picChg>
        <pc:picChg chg="del">
          <ac:chgData name="Sebastian Schulz" userId="7b9eb8de-fba4-4de7-9449-93f55919c255" providerId="ADAL" clId="{1D6250A4-E3D4-E945-AE4C-F3A4204F181B}" dt="2025-05-20T17:13:11.485" v="8816" actId="478"/>
          <ac:picMkLst>
            <pc:docMk/>
            <pc:sldMk cId="2274803046" sldId="299"/>
            <ac:picMk id="1026" creationId="{A3E80A6D-C06E-8547-AAA1-8398DF5E667E}"/>
          </ac:picMkLst>
        </pc:picChg>
        <pc:cxnChg chg="add mod">
          <ac:chgData name="Sebastian Schulz" userId="7b9eb8de-fba4-4de7-9449-93f55919c255" providerId="ADAL" clId="{1D6250A4-E3D4-E945-AE4C-F3A4204F181B}" dt="2025-05-22T21:42:15.841" v="17608" actId="1076"/>
          <ac:cxnSpMkLst>
            <pc:docMk/>
            <pc:sldMk cId="2274803046" sldId="299"/>
            <ac:cxnSpMk id="5" creationId="{FDBE330E-98F7-69FC-C6E8-E60361DC0023}"/>
          </ac:cxnSpMkLst>
        </pc:cxnChg>
        <pc:cxnChg chg="add mod">
          <ac:chgData name="Sebastian Schulz" userId="7b9eb8de-fba4-4de7-9449-93f55919c255" providerId="ADAL" clId="{1D6250A4-E3D4-E945-AE4C-F3A4204F181B}" dt="2025-05-22T21:42:15.841" v="17608" actId="1076"/>
          <ac:cxnSpMkLst>
            <pc:docMk/>
            <pc:sldMk cId="2274803046" sldId="299"/>
            <ac:cxnSpMk id="6" creationId="{D81C964D-0ABD-38C6-92B2-E59D4173E2B8}"/>
          </ac:cxnSpMkLst>
        </pc:cxnChg>
        <pc:cxnChg chg="add mod">
          <ac:chgData name="Sebastian Schulz" userId="7b9eb8de-fba4-4de7-9449-93f55919c255" providerId="ADAL" clId="{1D6250A4-E3D4-E945-AE4C-F3A4204F181B}" dt="2025-05-22T21:42:15.841" v="17608" actId="1076"/>
          <ac:cxnSpMkLst>
            <pc:docMk/>
            <pc:sldMk cId="2274803046" sldId="299"/>
            <ac:cxnSpMk id="7" creationId="{8009941F-4EBB-832B-BA8F-6F859D2C2809}"/>
          </ac:cxnSpMkLst>
        </pc:cxnChg>
        <pc:cxnChg chg="add mod">
          <ac:chgData name="Sebastian Schulz" userId="7b9eb8de-fba4-4de7-9449-93f55919c255" providerId="ADAL" clId="{1D6250A4-E3D4-E945-AE4C-F3A4204F181B}" dt="2025-05-22T21:42:15.841" v="17608" actId="1076"/>
          <ac:cxnSpMkLst>
            <pc:docMk/>
            <pc:sldMk cId="2274803046" sldId="299"/>
            <ac:cxnSpMk id="8" creationId="{3B0DF653-D6EF-BFAB-0AEF-6CF3BB5F0AB1}"/>
          </ac:cxnSpMkLst>
        </pc:cxnChg>
        <pc:cxnChg chg="add mod">
          <ac:chgData name="Sebastian Schulz" userId="7b9eb8de-fba4-4de7-9449-93f55919c255" providerId="ADAL" clId="{1D6250A4-E3D4-E945-AE4C-F3A4204F181B}" dt="2025-05-22T21:42:15.841" v="17608" actId="1076"/>
          <ac:cxnSpMkLst>
            <pc:docMk/>
            <pc:sldMk cId="2274803046" sldId="299"/>
            <ac:cxnSpMk id="9" creationId="{FD5CBBB1-84B1-CDFC-A022-5F1AC8368C4F}"/>
          </ac:cxnSpMkLst>
        </pc:cxnChg>
        <pc:cxnChg chg="add del mod">
          <ac:chgData name="Sebastian Schulz" userId="7b9eb8de-fba4-4de7-9449-93f55919c255" providerId="ADAL" clId="{1D6250A4-E3D4-E945-AE4C-F3A4204F181B}" dt="2025-05-22T21:42:03.761" v="17606" actId="478"/>
          <ac:cxnSpMkLst>
            <pc:docMk/>
            <pc:sldMk cId="2274803046" sldId="299"/>
            <ac:cxnSpMk id="10" creationId="{C8B04EF2-F6B9-4F39-B92D-F93A73182599}"/>
          </ac:cxnSpMkLst>
        </pc:cxnChg>
        <pc:cxnChg chg="add mod">
          <ac:chgData name="Sebastian Schulz" userId="7b9eb8de-fba4-4de7-9449-93f55919c255" providerId="ADAL" clId="{1D6250A4-E3D4-E945-AE4C-F3A4204F181B}" dt="2025-05-22T21:42:15.841" v="17608" actId="1076"/>
          <ac:cxnSpMkLst>
            <pc:docMk/>
            <pc:sldMk cId="2274803046" sldId="299"/>
            <ac:cxnSpMk id="19" creationId="{6643484F-BEC5-490A-C3AC-3973CF009CDF}"/>
          </ac:cxnSpMkLst>
        </pc:cxnChg>
      </pc:sldChg>
      <pc:sldChg chg="addSp delSp modSp add mod ord">
        <pc:chgData name="Sebastian Schulz" userId="7b9eb8de-fba4-4de7-9449-93f55919c255" providerId="ADAL" clId="{1D6250A4-E3D4-E945-AE4C-F3A4204F181B}" dt="2025-05-26T17:51:34.655" v="29966" actId="14100"/>
        <pc:sldMkLst>
          <pc:docMk/>
          <pc:sldMk cId="4224886761" sldId="300"/>
        </pc:sldMkLst>
        <pc:spChg chg="add del mod">
          <ac:chgData name="Sebastian Schulz" userId="7b9eb8de-fba4-4de7-9449-93f55919c255" providerId="ADAL" clId="{1D6250A4-E3D4-E945-AE4C-F3A4204F181B}" dt="2025-05-25T17:35:17.005" v="28035"/>
          <ac:spMkLst>
            <pc:docMk/>
            <pc:sldMk cId="4224886761" sldId="300"/>
            <ac:spMk id="5" creationId="{A1F8F00E-FF7F-1A62-7012-A79C3EAF8DCD}"/>
          </ac:spMkLst>
        </pc:spChg>
        <pc:spChg chg="add mod">
          <ac:chgData name="Sebastian Schulz" userId="7b9eb8de-fba4-4de7-9449-93f55919c255" providerId="ADAL" clId="{1D6250A4-E3D4-E945-AE4C-F3A4204F181B}" dt="2025-05-26T17:51:34.655" v="29966" actId="14100"/>
          <ac:spMkLst>
            <pc:docMk/>
            <pc:sldMk cId="4224886761" sldId="300"/>
            <ac:spMk id="8" creationId="{0A9B8D0E-357C-06A7-C9FF-DACE646ADDE2}"/>
          </ac:spMkLst>
        </pc:spChg>
        <pc:spChg chg="add mod">
          <ac:chgData name="Sebastian Schulz" userId="7b9eb8de-fba4-4de7-9449-93f55919c255" providerId="ADAL" clId="{1D6250A4-E3D4-E945-AE4C-F3A4204F181B}" dt="2025-05-26T17:51:02.055" v="29965" actId="20577"/>
          <ac:spMkLst>
            <pc:docMk/>
            <pc:sldMk cId="4224886761" sldId="300"/>
            <ac:spMk id="9" creationId="{DB425BE6-7B12-FF1F-96BB-CC20D1C4E89B}"/>
          </ac:spMkLst>
        </pc:spChg>
        <pc:spChg chg="mod">
          <ac:chgData name="Sebastian Schulz" userId="7b9eb8de-fba4-4de7-9449-93f55919c255" providerId="ADAL" clId="{1D6250A4-E3D4-E945-AE4C-F3A4204F181B}" dt="2025-05-20T18:17:09.402" v="9846" actId="1037"/>
          <ac:spMkLst>
            <pc:docMk/>
            <pc:sldMk cId="4224886761" sldId="300"/>
            <ac:spMk id="10" creationId="{B4F072FB-55FA-A3FC-504C-78C20888C586}"/>
          </ac:spMkLst>
        </pc:spChg>
        <pc:spChg chg="del">
          <ac:chgData name="Sebastian Schulz" userId="7b9eb8de-fba4-4de7-9449-93f55919c255" providerId="ADAL" clId="{1D6250A4-E3D4-E945-AE4C-F3A4204F181B}" dt="2025-05-20T18:15:44.625" v="9794" actId="478"/>
          <ac:spMkLst>
            <pc:docMk/>
            <pc:sldMk cId="4224886761" sldId="300"/>
            <ac:spMk id="11" creationId="{581A26D4-F46A-0CE7-A4A5-91924CACA839}"/>
          </ac:spMkLst>
        </pc:spChg>
        <pc:spChg chg="add mod">
          <ac:chgData name="Sebastian Schulz" userId="7b9eb8de-fba4-4de7-9449-93f55919c255" providerId="ADAL" clId="{1D6250A4-E3D4-E945-AE4C-F3A4204F181B}" dt="2025-05-26T17:48:55.615" v="29953" actId="14100"/>
          <ac:spMkLst>
            <pc:docMk/>
            <pc:sldMk cId="4224886761" sldId="300"/>
            <ac:spMk id="11" creationId="{67029BAD-E072-2B78-395A-B859FE8DC464}"/>
          </ac:spMkLst>
        </pc:spChg>
        <pc:spChg chg="del">
          <ac:chgData name="Sebastian Schulz" userId="7b9eb8de-fba4-4de7-9449-93f55919c255" providerId="ADAL" clId="{1D6250A4-E3D4-E945-AE4C-F3A4204F181B}" dt="2025-05-20T18:15:44.625" v="9794" actId="478"/>
          <ac:spMkLst>
            <pc:docMk/>
            <pc:sldMk cId="4224886761" sldId="300"/>
            <ac:spMk id="18" creationId="{C27183B8-B83A-7529-4D4C-7AAA8E01CE2E}"/>
          </ac:spMkLst>
        </pc:spChg>
        <pc:spChg chg="mod">
          <ac:chgData name="Sebastian Schulz" userId="7b9eb8de-fba4-4de7-9449-93f55919c255" providerId="ADAL" clId="{1D6250A4-E3D4-E945-AE4C-F3A4204F181B}" dt="2025-05-26T17:50:29.534" v="29954" actId="1076"/>
          <ac:spMkLst>
            <pc:docMk/>
            <pc:sldMk cId="4224886761" sldId="300"/>
            <ac:spMk id="47" creationId="{156B8C6A-59D2-62DA-1FAF-11D50AD07DA1}"/>
          </ac:spMkLst>
        </pc:spChg>
        <pc:spChg chg="del">
          <ac:chgData name="Sebastian Schulz" userId="7b9eb8de-fba4-4de7-9449-93f55919c255" providerId="ADAL" clId="{1D6250A4-E3D4-E945-AE4C-F3A4204F181B}" dt="2025-05-25T17:35:16.232" v="28033" actId="478"/>
          <ac:spMkLst>
            <pc:docMk/>
            <pc:sldMk cId="4224886761" sldId="300"/>
            <ac:spMk id="48" creationId="{81E023D8-8422-E1E5-BE50-D707F8A70C04}"/>
          </ac:spMkLst>
        </pc:spChg>
        <pc:picChg chg="add mod">
          <ac:chgData name="Sebastian Schulz" userId="7b9eb8de-fba4-4de7-9449-93f55919c255" providerId="ADAL" clId="{1D6250A4-E3D4-E945-AE4C-F3A4204F181B}" dt="2025-05-26T17:47:51.681" v="29920" actId="1076"/>
          <ac:picMkLst>
            <pc:docMk/>
            <pc:sldMk cId="4224886761" sldId="300"/>
            <ac:picMk id="5" creationId="{834CB3F2-2786-BFAA-0592-7576BE447E33}"/>
          </ac:picMkLst>
        </pc:picChg>
        <pc:picChg chg="add mod">
          <ac:chgData name="Sebastian Schulz" userId="7b9eb8de-fba4-4de7-9449-93f55919c255" providerId="ADAL" clId="{1D6250A4-E3D4-E945-AE4C-F3A4204F181B}" dt="2025-05-20T18:16:42.519" v="9814" actId="1076"/>
          <ac:picMkLst>
            <pc:docMk/>
            <pc:sldMk cId="4224886761" sldId="300"/>
            <ac:picMk id="1026" creationId="{A3AEDDCB-7AD2-0FAD-2C3F-E634B7E70612}"/>
          </ac:picMkLst>
        </pc:pic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5" creationId="{5A5B8CDD-CB39-78C3-CC94-E22D07F75E8F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8" creationId="{485395F1-1C62-2831-B704-E9EA5843EECE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12" creationId="{1F16EA47-24FC-405C-6DE0-33AF4AE7A028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13" creationId="{7BF4C558-ADB9-D814-C457-DFB7E4AF460A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14" creationId="{A46174C9-9AEE-748C-6998-530F3B7130A4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15" creationId="{4FA5485B-2995-DAB9-D12F-EF414E7CACBE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16" creationId="{827A74E2-B39A-033E-F64C-630C8C4249B8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17" creationId="{DC6C8F7A-1C00-9F99-4FD2-8E18B55CE31F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19" creationId="{04639E0C-8159-7D69-A6F4-3EB63F6700A4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20" creationId="{3DA21D06-BF4E-94F7-F213-65B479BE7063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22" creationId="{BE48F2F8-6D68-D94A-2EE2-68E5120222B8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23" creationId="{A0F31E4D-7062-D63D-EB35-E21DCD914B33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24" creationId="{DE2BCD2D-56EB-EF1D-9349-FA56115E22F0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25" creationId="{37A42935-4F1F-B5D5-9B27-5BEB543B0C48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26" creationId="{40D7F1DF-5767-A255-49E6-847A55B9EFDB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28" creationId="{F9436B34-80CC-9C18-EBC0-94A8DF50F4B0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29" creationId="{0F3C2DB6-7E0C-2A37-E8DD-4EC18ED7EE84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30" creationId="{9F2A8D4A-E665-9A16-E692-8F383FE442CA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32" creationId="{11F70297-BE9D-C7D1-1C56-C2BA3A90F25B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41" creationId="{ED66D2DE-D6F2-A159-CB6B-74BD3BB20AB2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42" creationId="{32541630-0344-F2FC-E7BD-24A4FF2A5889}"/>
          </ac:cxnSpMkLst>
        </pc:cxnChg>
        <pc:cxnChg chg="del">
          <ac:chgData name="Sebastian Schulz" userId="7b9eb8de-fba4-4de7-9449-93f55919c255" providerId="ADAL" clId="{1D6250A4-E3D4-E945-AE4C-F3A4204F181B}" dt="2025-05-20T18:15:44.625" v="9794" actId="478"/>
          <ac:cxnSpMkLst>
            <pc:docMk/>
            <pc:sldMk cId="4224886761" sldId="300"/>
            <ac:cxnSpMk id="46" creationId="{6FDD2725-57A3-1AA9-679A-1E16F8EDD6FB}"/>
          </ac:cxnSpMkLst>
        </pc:cxnChg>
      </pc:sldChg>
      <pc:sldChg chg="addSp delSp modSp new del mod">
        <pc:chgData name="Sebastian Schulz" userId="7b9eb8de-fba4-4de7-9449-93f55919c255" providerId="ADAL" clId="{1D6250A4-E3D4-E945-AE4C-F3A4204F181B}" dt="2025-05-20T20:29:00.104" v="10171" actId="2696"/>
        <pc:sldMkLst>
          <pc:docMk/>
          <pc:sldMk cId="409754935" sldId="301"/>
        </pc:sldMkLst>
        <pc:spChg chg="mod">
          <ac:chgData name="Sebastian Schulz" userId="7b9eb8de-fba4-4de7-9449-93f55919c255" providerId="ADAL" clId="{1D6250A4-E3D4-E945-AE4C-F3A4204F181B}" dt="2025-05-20T20:28:06.326" v="10119" actId="20577"/>
          <ac:spMkLst>
            <pc:docMk/>
            <pc:sldMk cId="409754935" sldId="301"/>
            <ac:spMk id="2" creationId="{2CCBD44D-1459-802F-CA0A-64E89C0420C3}"/>
          </ac:spMkLst>
        </pc:spChg>
        <pc:spChg chg="del">
          <ac:chgData name="Sebastian Schulz" userId="7b9eb8de-fba4-4de7-9449-93f55919c255" providerId="ADAL" clId="{1D6250A4-E3D4-E945-AE4C-F3A4204F181B}" dt="2025-05-20T20:28:12.313" v="10120" actId="478"/>
          <ac:spMkLst>
            <pc:docMk/>
            <pc:sldMk cId="409754935" sldId="301"/>
            <ac:spMk id="3" creationId="{FDA088F3-8A23-C0FC-D65D-3A385C08EC5E}"/>
          </ac:spMkLst>
        </pc:spChg>
        <pc:spChg chg="add mod">
          <ac:chgData name="Sebastian Schulz" userId="7b9eb8de-fba4-4de7-9449-93f55919c255" providerId="ADAL" clId="{1D6250A4-E3D4-E945-AE4C-F3A4204F181B}" dt="2025-05-20T20:28:36.071" v="10169" actId="20577"/>
          <ac:spMkLst>
            <pc:docMk/>
            <pc:sldMk cId="409754935" sldId="301"/>
            <ac:spMk id="5" creationId="{05B720E8-D65A-2D25-75AB-14ED45C85475}"/>
          </ac:spMkLst>
        </pc:spChg>
      </pc:sldChg>
      <pc:sldChg chg="addSp delSp modSp new mod">
        <pc:chgData name="Sebastian Schulz" userId="7b9eb8de-fba4-4de7-9449-93f55919c255" providerId="ADAL" clId="{1D6250A4-E3D4-E945-AE4C-F3A4204F181B}" dt="2025-05-22T13:28:08.955" v="13246" actId="14100"/>
        <pc:sldMkLst>
          <pc:docMk/>
          <pc:sldMk cId="2739568212" sldId="301"/>
        </pc:sldMkLst>
        <pc:spChg chg="mod">
          <ac:chgData name="Sebastian Schulz" userId="7b9eb8de-fba4-4de7-9449-93f55919c255" providerId="ADAL" clId="{1D6250A4-E3D4-E945-AE4C-F3A4204F181B}" dt="2025-05-20T20:56:05.320" v="11148" actId="20577"/>
          <ac:spMkLst>
            <pc:docMk/>
            <pc:sldMk cId="2739568212" sldId="301"/>
            <ac:spMk id="2" creationId="{3C27FEBC-54CF-B2CE-1181-D703C14FCE4D}"/>
          </ac:spMkLst>
        </pc:spChg>
        <pc:spChg chg="del">
          <ac:chgData name="Sebastian Schulz" userId="7b9eb8de-fba4-4de7-9449-93f55919c255" providerId="ADAL" clId="{1D6250A4-E3D4-E945-AE4C-F3A4204F181B}" dt="2025-05-20T20:35:28.767" v="10469" actId="478"/>
          <ac:spMkLst>
            <pc:docMk/>
            <pc:sldMk cId="2739568212" sldId="301"/>
            <ac:spMk id="3" creationId="{3925152B-95E1-F6B8-44E6-075553B720AC}"/>
          </ac:spMkLst>
        </pc:spChg>
        <pc:spChg chg="add mod">
          <ac:chgData name="Sebastian Schulz" userId="7b9eb8de-fba4-4de7-9449-93f55919c255" providerId="ADAL" clId="{1D6250A4-E3D4-E945-AE4C-F3A4204F181B}" dt="2025-05-22T13:28:08.955" v="13246" actId="14100"/>
          <ac:spMkLst>
            <pc:docMk/>
            <pc:sldMk cId="2739568212" sldId="301"/>
            <ac:spMk id="6" creationId="{8E1BA1B2-A2B7-A3D3-AC37-9F09A3117BAD}"/>
          </ac:spMkLst>
        </pc:spChg>
        <pc:spChg chg="add mod">
          <ac:chgData name="Sebastian Schulz" userId="7b9eb8de-fba4-4de7-9449-93f55919c255" providerId="ADAL" clId="{1D6250A4-E3D4-E945-AE4C-F3A4204F181B}" dt="2025-05-21T22:26:28.287" v="13193" actId="20577"/>
          <ac:spMkLst>
            <pc:docMk/>
            <pc:sldMk cId="2739568212" sldId="301"/>
            <ac:spMk id="7" creationId="{A88B7918-AC39-FBDE-7108-57A87D55F776}"/>
          </ac:spMkLst>
        </pc:spChg>
        <pc:spChg chg="add mod">
          <ac:chgData name="Sebastian Schulz" userId="7b9eb8de-fba4-4de7-9449-93f55919c255" providerId="ADAL" clId="{1D6250A4-E3D4-E945-AE4C-F3A4204F181B}" dt="2025-05-20T21:09:39.758" v="11424" actId="14100"/>
          <ac:spMkLst>
            <pc:docMk/>
            <pc:sldMk cId="2739568212" sldId="301"/>
            <ac:spMk id="8" creationId="{14E9C4EB-AE0B-D9D2-F5D0-B7AC91BD4C93}"/>
          </ac:spMkLst>
        </pc:spChg>
        <pc:picChg chg="add mod">
          <ac:chgData name="Sebastian Schulz" userId="7b9eb8de-fba4-4de7-9449-93f55919c255" providerId="ADAL" clId="{1D6250A4-E3D4-E945-AE4C-F3A4204F181B}" dt="2025-05-20T21:07:10.246" v="11382" actId="1036"/>
          <ac:picMkLst>
            <pc:docMk/>
            <pc:sldMk cId="2739568212" sldId="301"/>
            <ac:picMk id="5" creationId="{2A37ADC4-F163-B7CA-EB7D-2CC352DFED4F}"/>
          </ac:picMkLst>
        </pc:picChg>
      </pc:sldChg>
      <pc:sldChg chg="addSp delSp modSp add mod ord modShow">
        <pc:chgData name="Sebastian Schulz" userId="7b9eb8de-fba4-4de7-9449-93f55919c255" providerId="ADAL" clId="{1D6250A4-E3D4-E945-AE4C-F3A4204F181B}" dt="2025-05-25T17:42:41.687" v="28135" actId="20578"/>
        <pc:sldMkLst>
          <pc:docMk/>
          <pc:sldMk cId="146911041" sldId="302"/>
        </pc:sldMkLst>
        <pc:spChg chg="add mod">
          <ac:chgData name="Sebastian Schulz" userId="7b9eb8de-fba4-4de7-9449-93f55919c255" providerId="ADAL" clId="{1D6250A4-E3D4-E945-AE4C-F3A4204F181B}" dt="2025-05-20T21:55:07.836" v="11720" actId="1076"/>
          <ac:spMkLst>
            <pc:docMk/>
            <pc:sldMk cId="146911041" sldId="302"/>
            <ac:spMk id="3" creationId="{5375D6E0-3F0F-336F-F892-6A3F0F64A874}"/>
          </ac:spMkLst>
        </pc:spChg>
        <pc:spChg chg="del">
          <ac:chgData name="Sebastian Schulz" userId="7b9eb8de-fba4-4de7-9449-93f55919c255" providerId="ADAL" clId="{1D6250A4-E3D4-E945-AE4C-F3A4204F181B}" dt="2025-05-20T21:50:42.020" v="11659" actId="478"/>
          <ac:spMkLst>
            <pc:docMk/>
            <pc:sldMk cId="146911041" sldId="302"/>
            <ac:spMk id="6" creationId="{5DBACCC2-CB87-C791-BD13-51DEB47BA0D0}"/>
          </ac:spMkLst>
        </pc:spChg>
        <pc:spChg chg="del">
          <ac:chgData name="Sebastian Schulz" userId="7b9eb8de-fba4-4de7-9449-93f55919c255" providerId="ADAL" clId="{1D6250A4-E3D4-E945-AE4C-F3A4204F181B}" dt="2025-05-20T21:50:39.428" v="11658" actId="478"/>
          <ac:spMkLst>
            <pc:docMk/>
            <pc:sldMk cId="146911041" sldId="302"/>
            <ac:spMk id="7" creationId="{E3E33168-79A8-AD86-8C45-B5353B340B82}"/>
          </ac:spMkLst>
        </pc:spChg>
        <pc:spChg chg="add mod">
          <ac:chgData name="Sebastian Schulz" userId="7b9eb8de-fba4-4de7-9449-93f55919c255" providerId="ADAL" clId="{1D6250A4-E3D4-E945-AE4C-F3A4204F181B}" dt="2025-05-20T21:55:34.859" v="11762" actId="20577"/>
          <ac:spMkLst>
            <pc:docMk/>
            <pc:sldMk cId="146911041" sldId="302"/>
            <ac:spMk id="8" creationId="{57BEECBA-1176-718F-CD49-AB20BB8D8B6D}"/>
          </ac:spMkLst>
        </pc:spChg>
        <pc:graphicFrameChg chg="del">
          <ac:chgData name="Sebastian Schulz" userId="7b9eb8de-fba4-4de7-9449-93f55919c255" providerId="ADAL" clId="{1D6250A4-E3D4-E945-AE4C-F3A4204F181B}" dt="2025-05-20T21:50:36.332" v="11657" actId="478"/>
          <ac:graphicFrameMkLst>
            <pc:docMk/>
            <pc:sldMk cId="146911041" sldId="302"/>
            <ac:graphicFrameMk id="5" creationId="{05A2A932-5D11-44ED-2F59-820B646D1C95}"/>
          </ac:graphicFrameMkLst>
        </pc:graphicFrameChg>
      </pc:sldChg>
      <pc:sldChg chg="modSp add mod ord">
        <pc:chgData name="Sebastian Schulz" userId="7b9eb8de-fba4-4de7-9449-93f55919c255" providerId="ADAL" clId="{1D6250A4-E3D4-E945-AE4C-F3A4204F181B}" dt="2025-05-22T16:19:00.294" v="15900" actId="20577"/>
        <pc:sldMkLst>
          <pc:docMk/>
          <pc:sldMk cId="179000885" sldId="303"/>
        </pc:sldMkLst>
        <pc:spChg chg="mod">
          <ac:chgData name="Sebastian Schulz" userId="7b9eb8de-fba4-4de7-9449-93f55919c255" providerId="ADAL" clId="{1D6250A4-E3D4-E945-AE4C-F3A4204F181B}" dt="2025-05-22T16:19:00.294" v="15900" actId="20577"/>
          <ac:spMkLst>
            <pc:docMk/>
            <pc:sldMk cId="179000885" sldId="303"/>
            <ac:spMk id="11" creationId="{7948F195-393D-F997-4E09-053E3BAD4F17}"/>
          </ac:spMkLst>
        </pc:spChg>
      </pc:sldChg>
      <pc:sldChg chg="modSp new del mod">
        <pc:chgData name="Sebastian Schulz" userId="7b9eb8de-fba4-4de7-9449-93f55919c255" providerId="ADAL" clId="{1D6250A4-E3D4-E945-AE4C-F3A4204F181B}" dt="2025-05-22T21:34:38.397" v="17407" actId="2696"/>
        <pc:sldMkLst>
          <pc:docMk/>
          <pc:sldMk cId="647475955" sldId="304"/>
        </pc:sldMkLst>
        <pc:spChg chg="mod">
          <ac:chgData name="Sebastian Schulz" userId="7b9eb8de-fba4-4de7-9449-93f55919c255" providerId="ADAL" clId="{1D6250A4-E3D4-E945-AE4C-F3A4204F181B}" dt="2025-05-21T11:38:27.743" v="12974" actId="20577"/>
          <ac:spMkLst>
            <pc:docMk/>
            <pc:sldMk cId="647475955" sldId="304"/>
            <ac:spMk id="2" creationId="{F62A65BB-608C-2E0F-1A57-4E893DD1A7DA}"/>
          </ac:spMkLst>
        </pc:spChg>
      </pc:sldChg>
      <pc:sldChg chg="addSp delSp modSp add mod ord modShow">
        <pc:chgData name="Sebastian Schulz" userId="7b9eb8de-fba4-4de7-9449-93f55919c255" providerId="ADAL" clId="{1D6250A4-E3D4-E945-AE4C-F3A4204F181B}" dt="2025-05-25T17:18:34.978" v="27587" actId="729"/>
        <pc:sldMkLst>
          <pc:docMk/>
          <pc:sldMk cId="900462351" sldId="305"/>
        </pc:sldMkLst>
        <pc:spChg chg="mod">
          <ac:chgData name="Sebastian Schulz" userId="7b9eb8de-fba4-4de7-9449-93f55919c255" providerId="ADAL" clId="{1D6250A4-E3D4-E945-AE4C-F3A4204F181B}" dt="2025-05-22T13:39:20.723" v="13680" actId="20577"/>
          <ac:spMkLst>
            <pc:docMk/>
            <pc:sldMk cId="900462351" sldId="305"/>
            <ac:spMk id="2" creationId="{3938187B-CF96-24CC-E97E-87D856966015}"/>
          </ac:spMkLst>
        </pc:spChg>
        <pc:spChg chg="del">
          <ac:chgData name="Sebastian Schulz" userId="7b9eb8de-fba4-4de7-9449-93f55919c255" providerId="ADAL" clId="{1D6250A4-E3D4-E945-AE4C-F3A4204F181B}" dt="2025-05-22T13:34:28.239" v="13418" actId="478"/>
          <ac:spMkLst>
            <pc:docMk/>
            <pc:sldMk cId="900462351" sldId="305"/>
            <ac:spMk id="3" creationId="{8578224E-28FD-4213-3A7E-74432D0EFCA8}"/>
          </ac:spMkLst>
        </pc:spChg>
        <pc:spChg chg="add del mod">
          <ac:chgData name="Sebastian Schulz" userId="7b9eb8de-fba4-4de7-9449-93f55919c255" providerId="ADAL" clId="{1D6250A4-E3D4-E945-AE4C-F3A4204F181B}" dt="2025-05-22T13:34:51.249" v="13426" actId="478"/>
          <ac:spMkLst>
            <pc:docMk/>
            <pc:sldMk cId="900462351" sldId="305"/>
            <ac:spMk id="6" creationId="{8FCDCF15-723E-10DF-1A48-9B8DE5D30780}"/>
          </ac:spMkLst>
        </pc:spChg>
        <pc:spChg chg="del mod">
          <ac:chgData name="Sebastian Schulz" userId="7b9eb8de-fba4-4de7-9449-93f55919c255" providerId="ADAL" clId="{1D6250A4-E3D4-E945-AE4C-F3A4204F181B}" dt="2025-05-22T13:34:47.559" v="13423" actId="478"/>
          <ac:spMkLst>
            <pc:docMk/>
            <pc:sldMk cId="900462351" sldId="305"/>
            <ac:spMk id="8" creationId="{9424E8DA-DDBB-6DF2-E4CC-D7310A3E0708}"/>
          </ac:spMkLst>
        </pc:spChg>
        <pc:spChg chg="add mod">
          <ac:chgData name="Sebastian Schulz" userId="7b9eb8de-fba4-4de7-9449-93f55919c255" providerId="ADAL" clId="{1D6250A4-E3D4-E945-AE4C-F3A4204F181B}" dt="2025-05-22T13:35:32.837" v="13434" actId="1076"/>
          <ac:spMkLst>
            <pc:docMk/>
            <pc:sldMk cId="900462351" sldId="305"/>
            <ac:spMk id="9" creationId="{09F2F150-BD9E-2D84-9807-9653C950FE8F}"/>
          </ac:spMkLst>
        </pc:spChg>
        <pc:picChg chg="add mod">
          <ac:chgData name="Sebastian Schulz" userId="7b9eb8de-fba4-4de7-9449-93f55919c255" providerId="ADAL" clId="{1D6250A4-E3D4-E945-AE4C-F3A4204F181B}" dt="2025-05-22T13:38:46.080" v="13664" actId="1076"/>
          <ac:picMkLst>
            <pc:docMk/>
            <pc:sldMk cId="900462351" sldId="305"/>
            <ac:picMk id="1026" creationId="{D6A4A8AC-1A7D-C9E8-0063-6F4E53AD523F}"/>
          </ac:picMkLst>
        </pc:picChg>
        <pc:picChg chg="del">
          <ac:chgData name="Sebastian Schulz" userId="7b9eb8de-fba4-4de7-9449-93f55919c255" providerId="ADAL" clId="{1D6250A4-E3D4-E945-AE4C-F3A4204F181B}" dt="2025-05-22T13:34:24.665" v="13417" actId="478"/>
          <ac:picMkLst>
            <pc:docMk/>
            <pc:sldMk cId="900462351" sldId="305"/>
            <ac:picMk id="2052" creationId="{9FC8C660-68B2-7ED1-4045-12FF63F2F259}"/>
          </ac:picMkLst>
        </pc:picChg>
      </pc:sldChg>
      <pc:sldChg chg="addSp delSp modSp add mod ord">
        <pc:chgData name="Sebastian Schulz" userId="7b9eb8de-fba4-4de7-9449-93f55919c255" providerId="ADAL" clId="{1D6250A4-E3D4-E945-AE4C-F3A4204F181B}" dt="2025-05-23T00:14:37.362" v="19960" actId="1076"/>
        <pc:sldMkLst>
          <pc:docMk/>
          <pc:sldMk cId="2299014425" sldId="306"/>
        </pc:sldMkLst>
        <pc:spChg chg="add mod">
          <ac:chgData name="Sebastian Schulz" userId="7b9eb8de-fba4-4de7-9449-93f55919c255" providerId="ADAL" clId="{1D6250A4-E3D4-E945-AE4C-F3A4204F181B}" dt="2025-05-23T00:14:18.374" v="19959" actId="1035"/>
          <ac:spMkLst>
            <pc:docMk/>
            <pc:sldMk cId="2299014425" sldId="306"/>
            <ac:spMk id="5" creationId="{2D13F82F-A865-4908-A8D1-B9348AFFA807}"/>
          </ac:spMkLst>
        </pc:spChg>
        <pc:spChg chg="del">
          <ac:chgData name="Sebastian Schulz" userId="7b9eb8de-fba4-4de7-9449-93f55919c255" providerId="ADAL" clId="{1D6250A4-E3D4-E945-AE4C-F3A4204F181B}" dt="2025-05-22T14:05:35.354" v="14704" actId="478"/>
          <ac:spMkLst>
            <pc:docMk/>
            <pc:sldMk cId="2299014425" sldId="306"/>
            <ac:spMk id="5" creationId="{5D550846-1DC8-52CD-3526-681EA1DCE37E}"/>
          </ac:spMkLst>
        </pc:spChg>
        <pc:spChg chg="del">
          <ac:chgData name="Sebastian Schulz" userId="7b9eb8de-fba4-4de7-9449-93f55919c255" providerId="ADAL" clId="{1D6250A4-E3D4-E945-AE4C-F3A4204F181B}" dt="2025-05-22T14:05:42.233" v="14706" actId="478"/>
          <ac:spMkLst>
            <pc:docMk/>
            <pc:sldMk cId="2299014425" sldId="306"/>
            <ac:spMk id="6" creationId="{962C86A8-8932-35D7-B65F-513D47DF18AA}"/>
          </ac:spMkLst>
        </pc:spChg>
        <pc:spChg chg="add mod">
          <ac:chgData name="Sebastian Schulz" userId="7b9eb8de-fba4-4de7-9449-93f55919c255" providerId="ADAL" clId="{1D6250A4-E3D4-E945-AE4C-F3A4204F181B}" dt="2025-05-23T00:11:35.882" v="19808" actId="1037"/>
          <ac:spMkLst>
            <pc:docMk/>
            <pc:sldMk cId="2299014425" sldId="306"/>
            <ac:spMk id="6" creationId="{A71701F5-92EB-21F4-2894-BC9DB5B03335}"/>
          </ac:spMkLst>
        </pc:spChg>
        <pc:spChg chg="add mod">
          <ac:chgData name="Sebastian Schulz" userId="7b9eb8de-fba4-4de7-9449-93f55919c255" providerId="ADAL" clId="{1D6250A4-E3D4-E945-AE4C-F3A4204F181B}" dt="2025-05-23T00:11:35.882" v="19808" actId="1037"/>
          <ac:spMkLst>
            <pc:docMk/>
            <pc:sldMk cId="2299014425" sldId="306"/>
            <ac:spMk id="7" creationId="{2D8F8E76-4DFB-0023-059D-1F1724D2AB49}"/>
          </ac:spMkLst>
        </pc:spChg>
        <pc:spChg chg="add mod">
          <ac:chgData name="Sebastian Schulz" userId="7b9eb8de-fba4-4de7-9449-93f55919c255" providerId="ADAL" clId="{1D6250A4-E3D4-E945-AE4C-F3A4204F181B}" dt="2025-05-23T00:14:37.362" v="19960" actId="1076"/>
          <ac:spMkLst>
            <pc:docMk/>
            <pc:sldMk cId="2299014425" sldId="306"/>
            <ac:spMk id="8" creationId="{3222D52A-F642-37BE-0AF8-AC615607239B}"/>
          </ac:spMkLst>
        </pc:spChg>
        <pc:spChg chg="add del mod">
          <ac:chgData name="Sebastian Schulz" userId="7b9eb8de-fba4-4de7-9449-93f55919c255" providerId="ADAL" clId="{1D6250A4-E3D4-E945-AE4C-F3A4204F181B}" dt="2025-05-23T00:08:38.009" v="19674" actId="478"/>
          <ac:spMkLst>
            <pc:docMk/>
            <pc:sldMk cId="2299014425" sldId="306"/>
            <ac:spMk id="9" creationId="{3C89CB3C-7F2E-D049-6FD2-F50E11B8F48B}"/>
          </ac:spMkLst>
        </pc:spChg>
        <pc:spChg chg="add mod">
          <ac:chgData name="Sebastian Schulz" userId="7b9eb8de-fba4-4de7-9449-93f55919c255" providerId="ADAL" clId="{1D6250A4-E3D4-E945-AE4C-F3A4204F181B}" dt="2025-05-23T00:07:18.924" v="19604" actId="1076"/>
          <ac:spMkLst>
            <pc:docMk/>
            <pc:sldMk cId="2299014425" sldId="306"/>
            <ac:spMk id="11" creationId="{81C750E3-5CF4-F5D7-8E38-7C34D1A677CB}"/>
          </ac:spMkLst>
        </pc:spChg>
        <pc:picChg chg="add mod">
          <ac:chgData name="Sebastian Schulz" userId="7b9eb8de-fba4-4de7-9449-93f55919c255" providerId="ADAL" clId="{1D6250A4-E3D4-E945-AE4C-F3A4204F181B}" dt="2025-05-23T00:11:46.943" v="19811" actId="1076"/>
          <ac:picMkLst>
            <pc:docMk/>
            <pc:sldMk cId="2299014425" sldId="306"/>
            <ac:picMk id="3" creationId="{078B4B28-03CC-231B-9F4B-E3C436AAC9C1}"/>
          </ac:picMkLst>
        </pc:picChg>
        <pc:picChg chg="del">
          <ac:chgData name="Sebastian Schulz" userId="7b9eb8de-fba4-4de7-9449-93f55919c255" providerId="ADAL" clId="{1D6250A4-E3D4-E945-AE4C-F3A4204F181B}" dt="2025-05-22T14:05:33.669" v="14703" actId="478"/>
          <ac:picMkLst>
            <pc:docMk/>
            <pc:sldMk cId="2299014425" sldId="306"/>
            <ac:picMk id="7" creationId="{70EC58CE-CAE6-2683-00D9-111DCDC6BE48}"/>
          </ac:picMkLst>
        </pc:picChg>
        <pc:picChg chg="add mod">
          <ac:chgData name="Sebastian Schulz" userId="7b9eb8de-fba4-4de7-9449-93f55919c255" providerId="ADAL" clId="{1D6250A4-E3D4-E945-AE4C-F3A4204F181B}" dt="2025-05-23T00:11:43.659" v="19810" actId="1076"/>
          <ac:picMkLst>
            <pc:docMk/>
            <pc:sldMk cId="2299014425" sldId="306"/>
            <ac:picMk id="1026" creationId="{BE8760E3-3C9D-F623-55E6-2962CD7A58AE}"/>
          </ac:picMkLst>
        </pc:picChg>
      </pc:sldChg>
      <pc:sldChg chg="addSp delSp modSp new mod">
        <pc:chgData name="Sebastian Schulz" userId="7b9eb8de-fba4-4de7-9449-93f55919c255" providerId="ADAL" clId="{1D6250A4-E3D4-E945-AE4C-F3A4204F181B}" dt="2025-05-22T14:25:20.883" v="15451" actId="1076"/>
        <pc:sldMkLst>
          <pc:docMk/>
          <pc:sldMk cId="571606905" sldId="307"/>
        </pc:sldMkLst>
        <pc:spChg chg="mod">
          <ac:chgData name="Sebastian Schulz" userId="7b9eb8de-fba4-4de7-9449-93f55919c255" providerId="ADAL" clId="{1D6250A4-E3D4-E945-AE4C-F3A4204F181B}" dt="2025-05-22T14:17:52.645" v="14960" actId="1076"/>
          <ac:spMkLst>
            <pc:docMk/>
            <pc:sldMk cId="571606905" sldId="307"/>
            <ac:spMk id="2" creationId="{C7ED6BBD-DAD1-390F-E136-7D3DBEEDDF0D}"/>
          </ac:spMkLst>
        </pc:spChg>
        <pc:spChg chg="del">
          <ac:chgData name="Sebastian Schulz" userId="7b9eb8de-fba4-4de7-9449-93f55919c255" providerId="ADAL" clId="{1D6250A4-E3D4-E945-AE4C-F3A4204F181B}" dt="2025-05-22T14:17:49.437" v="14959" actId="478"/>
          <ac:spMkLst>
            <pc:docMk/>
            <pc:sldMk cId="571606905" sldId="307"/>
            <ac:spMk id="3" creationId="{C15F410A-845C-5D4A-5235-0ED31C56C3FB}"/>
          </ac:spMkLst>
        </pc:spChg>
        <pc:spChg chg="add mod">
          <ac:chgData name="Sebastian Schulz" userId="7b9eb8de-fba4-4de7-9449-93f55919c255" providerId="ADAL" clId="{1D6250A4-E3D4-E945-AE4C-F3A4204F181B}" dt="2025-05-22T14:25:11.775" v="15448" actId="20577"/>
          <ac:spMkLst>
            <pc:docMk/>
            <pc:sldMk cId="571606905" sldId="307"/>
            <ac:spMk id="5" creationId="{878DC192-AEBD-CFB7-04ED-BAC0754B4145}"/>
          </ac:spMkLst>
        </pc:spChg>
        <pc:spChg chg="add del">
          <ac:chgData name="Sebastian Schulz" userId="7b9eb8de-fba4-4de7-9449-93f55919c255" providerId="ADAL" clId="{1D6250A4-E3D4-E945-AE4C-F3A4204F181B}" dt="2025-05-22T14:20:12.293" v="15209" actId="22"/>
          <ac:spMkLst>
            <pc:docMk/>
            <pc:sldMk cId="571606905" sldId="307"/>
            <ac:spMk id="7" creationId="{3987BA06-268A-C795-C63B-76D96727EDFE}"/>
          </ac:spMkLst>
        </pc:spChg>
        <pc:spChg chg="add del">
          <ac:chgData name="Sebastian Schulz" userId="7b9eb8de-fba4-4de7-9449-93f55919c255" providerId="ADAL" clId="{1D6250A4-E3D4-E945-AE4C-F3A4204F181B}" dt="2025-05-22T14:23:16.727" v="15328" actId="22"/>
          <ac:spMkLst>
            <pc:docMk/>
            <pc:sldMk cId="571606905" sldId="307"/>
            <ac:spMk id="9" creationId="{A178A4E8-423A-A95F-D109-BD783FEEF229}"/>
          </ac:spMkLst>
        </pc:spChg>
        <pc:spChg chg="add del">
          <ac:chgData name="Sebastian Schulz" userId="7b9eb8de-fba4-4de7-9449-93f55919c255" providerId="ADAL" clId="{1D6250A4-E3D4-E945-AE4C-F3A4204F181B}" dt="2025-05-22T14:23:30.427" v="15330" actId="22"/>
          <ac:spMkLst>
            <pc:docMk/>
            <pc:sldMk cId="571606905" sldId="307"/>
            <ac:spMk id="11" creationId="{3D29D155-9AEC-29C3-7D5D-6A5CE61D9DD4}"/>
          </ac:spMkLst>
        </pc:spChg>
        <pc:picChg chg="add mod">
          <ac:chgData name="Sebastian Schulz" userId="7b9eb8de-fba4-4de7-9449-93f55919c255" providerId="ADAL" clId="{1D6250A4-E3D4-E945-AE4C-F3A4204F181B}" dt="2025-05-22T14:25:20.883" v="15451" actId="1076"/>
          <ac:picMkLst>
            <pc:docMk/>
            <pc:sldMk cId="571606905" sldId="307"/>
            <ac:picMk id="12" creationId="{A2801BDB-559F-83EF-79CA-8C0C8CDB0DB0}"/>
          </ac:picMkLst>
        </pc:picChg>
        <pc:picChg chg="add mod">
          <ac:chgData name="Sebastian Schulz" userId="7b9eb8de-fba4-4de7-9449-93f55919c255" providerId="ADAL" clId="{1D6250A4-E3D4-E945-AE4C-F3A4204F181B}" dt="2025-05-22T14:25:19.368" v="15450" actId="1076"/>
          <ac:picMkLst>
            <pc:docMk/>
            <pc:sldMk cId="571606905" sldId="307"/>
            <ac:picMk id="1026" creationId="{8355901E-FFB0-75B2-858C-0E663DA29414}"/>
          </ac:picMkLst>
        </pc:picChg>
      </pc:sldChg>
      <pc:sldChg chg="addSp delSp modSp add mod ord">
        <pc:chgData name="Sebastian Schulz" userId="7b9eb8de-fba4-4de7-9449-93f55919c255" providerId="ADAL" clId="{1D6250A4-E3D4-E945-AE4C-F3A4204F181B}" dt="2025-05-25T17:29:20.787" v="27724" actId="20577"/>
        <pc:sldMkLst>
          <pc:docMk/>
          <pc:sldMk cId="3973918609" sldId="308"/>
        </pc:sldMkLst>
        <pc:spChg chg="mod">
          <ac:chgData name="Sebastian Schulz" userId="7b9eb8de-fba4-4de7-9449-93f55919c255" providerId="ADAL" clId="{1D6250A4-E3D4-E945-AE4C-F3A4204F181B}" dt="2025-05-22T16:12:52.064" v="15804" actId="20577"/>
          <ac:spMkLst>
            <pc:docMk/>
            <pc:sldMk cId="3973918609" sldId="308"/>
            <ac:spMk id="2" creationId="{5AB41E2C-962E-43DD-EFB9-DD64133C2140}"/>
          </ac:spMkLst>
        </pc:spChg>
        <pc:spChg chg="del">
          <ac:chgData name="Sebastian Schulz" userId="7b9eb8de-fba4-4de7-9449-93f55919c255" providerId="ADAL" clId="{1D6250A4-E3D4-E945-AE4C-F3A4204F181B}" dt="2025-05-22T16:02:06.796" v="15491" actId="478"/>
          <ac:spMkLst>
            <pc:docMk/>
            <pc:sldMk cId="3973918609" sldId="308"/>
            <ac:spMk id="3" creationId="{4310A20B-C224-B0C2-C8F1-AB5CD6443BB6}"/>
          </ac:spMkLst>
        </pc:spChg>
        <pc:spChg chg="add mod">
          <ac:chgData name="Sebastian Schulz" userId="7b9eb8de-fba4-4de7-9449-93f55919c255" providerId="ADAL" clId="{1D6250A4-E3D4-E945-AE4C-F3A4204F181B}" dt="2025-05-22T16:33:13.046" v="16158" actId="1076"/>
          <ac:spMkLst>
            <pc:docMk/>
            <pc:sldMk cId="3973918609" sldId="308"/>
            <ac:spMk id="5" creationId="{6DADC81F-8A75-ECDA-1A63-66EDBC33DAC2}"/>
          </ac:spMkLst>
        </pc:spChg>
        <pc:spChg chg="del">
          <ac:chgData name="Sebastian Schulz" userId="7b9eb8de-fba4-4de7-9449-93f55919c255" providerId="ADAL" clId="{1D6250A4-E3D4-E945-AE4C-F3A4204F181B}" dt="2025-05-22T16:02:11.422" v="15493" actId="478"/>
          <ac:spMkLst>
            <pc:docMk/>
            <pc:sldMk cId="3973918609" sldId="308"/>
            <ac:spMk id="5" creationId="{99C9E18F-33D9-271A-C0B3-E83AE1308AF4}"/>
          </ac:spMkLst>
        </pc:spChg>
        <pc:spChg chg="del">
          <ac:chgData name="Sebastian Schulz" userId="7b9eb8de-fba4-4de7-9449-93f55919c255" providerId="ADAL" clId="{1D6250A4-E3D4-E945-AE4C-F3A4204F181B}" dt="2025-05-22T16:02:12.642" v="15494" actId="478"/>
          <ac:spMkLst>
            <pc:docMk/>
            <pc:sldMk cId="3973918609" sldId="308"/>
            <ac:spMk id="6" creationId="{677B2E1B-3456-A3D0-26E8-CE8101EED365}"/>
          </ac:spMkLst>
        </pc:spChg>
        <pc:spChg chg="add del mod">
          <ac:chgData name="Sebastian Schulz" userId="7b9eb8de-fba4-4de7-9449-93f55919c255" providerId="ADAL" clId="{1D6250A4-E3D4-E945-AE4C-F3A4204F181B}" dt="2025-05-22T16:02:08.541" v="15492" actId="478"/>
          <ac:spMkLst>
            <pc:docMk/>
            <pc:sldMk cId="3973918609" sldId="308"/>
            <ac:spMk id="8" creationId="{5AFFAE67-FACB-39C2-A8D9-233FA88C2C1F}"/>
          </ac:spMkLst>
        </pc:spChg>
        <pc:spChg chg="add mod">
          <ac:chgData name="Sebastian Schulz" userId="7b9eb8de-fba4-4de7-9449-93f55919c255" providerId="ADAL" clId="{1D6250A4-E3D4-E945-AE4C-F3A4204F181B}" dt="2025-05-22T16:33:17.196" v="16159" actId="1076"/>
          <ac:spMkLst>
            <pc:docMk/>
            <pc:sldMk cId="3973918609" sldId="308"/>
            <ac:spMk id="10" creationId="{EA6D0B7D-9677-FEEB-670F-60CB26DDA2B5}"/>
          </ac:spMkLst>
        </pc:spChg>
        <pc:spChg chg="del">
          <ac:chgData name="Sebastian Schulz" userId="7b9eb8de-fba4-4de7-9449-93f55919c255" providerId="ADAL" clId="{1D6250A4-E3D4-E945-AE4C-F3A4204F181B}" dt="2025-05-22T16:02:11.422" v="15493" actId="478"/>
          <ac:spMkLst>
            <pc:docMk/>
            <pc:sldMk cId="3973918609" sldId="308"/>
            <ac:spMk id="11" creationId="{9E6D91D1-A625-6740-CA56-3B130EC177B2}"/>
          </ac:spMkLst>
        </pc:spChg>
        <pc:spChg chg="add mod">
          <ac:chgData name="Sebastian Schulz" userId="7b9eb8de-fba4-4de7-9449-93f55919c255" providerId="ADAL" clId="{1D6250A4-E3D4-E945-AE4C-F3A4204F181B}" dt="2025-05-22T16:13:28.721" v="15811" actId="1076"/>
          <ac:spMkLst>
            <pc:docMk/>
            <pc:sldMk cId="3973918609" sldId="308"/>
            <ac:spMk id="13" creationId="{A4AF0B4C-9AA2-C2C3-DCA7-3197F92A08AD}"/>
          </ac:spMkLst>
        </pc:spChg>
        <pc:spChg chg="add mod">
          <ac:chgData name="Sebastian Schulz" userId="7b9eb8de-fba4-4de7-9449-93f55919c255" providerId="ADAL" clId="{1D6250A4-E3D4-E945-AE4C-F3A4204F181B}" dt="2025-05-22T16:13:32.411" v="15812" actId="1076"/>
          <ac:spMkLst>
            <pc:docMk/>
            <pc:sldMk cId="3973918609" sldId="308"/>
            <ac:spMk id="15" creationId="{9A29F530-795A-885D-D23C-74E1C245D00E}"/>
          </ac:spMkLst>
        </pc:spChg>
        <pc:spChg chg="add mod">
          <ac:chgData name="Sebastian Schulz" userId="7b9eb8de-fba4-4de7-9449-93f55919c255" providerId="ADAL" clId="{1D6250A4-E3D4-E945-AE4C-F3A4204F181B}" dt="2025-05-25T17:29:20.787" v="27724" actId="20577"/>
          <ac:spMkLst>
            <pc:docMk/>
            <pc:sldMk cId="3973918609" sldId="308"/>
            <ac:spMk id="16" creationId="{F1FB798B-296C-0126-C0C0-8274BD942EB1}"/>
          </ac:spMkLst>
        </pc:spChg>
        <pc:spChg chg="add mod">
          <ac:chgData name="Sebastian Schulz" userId="7b9eb8de-fba4-4de7-9449-93f55919c255" providerId="ADAL" clId="{1D6250A4-E3D4-E945-AE4C-F3A4204F181B}" dt="2025-05-22T16:39:33.565" v="16223" actId="1076"/>
          <ac:spMkLst>
            <pc:docMk/>
            <pc:sldMk cId="3973918609" sldId="308"/>
            <ac:spMk id="17" creationId="{556FCA23-D479-CECA-D8E0-144BCCE7A952}"/>
          </ac:spMkLst>
        </pc:spChg>
        <pc:spChg chg="add del mod">
          <ac:chgData name="Sebastian Schulz" userId="7b9eb8de-fba4-4de7-9449-93f55919c255" providerId="ADAL" clId="{1D6250A4-E3D4-E945-AE4C-F3A4204F181B}" dt="2025-05-22T16:13:13.158" v="15808" actId="478"/>
          <ac:spMkLst>
            <pc:docMk/>
            <pc:sldMk cId="3973918609" sldId="308"/>
            <ac:spMk id="18" creationId="{02BD18C5-9418-8E3A-03DC-E3BC02DF83EE}"/>
          </ac:spMkLst>
        </pc:spChg>
        <pc:spChg chg="add mod">
          <ac:chgData name="Sebastian Schulz" userId="7b9eb8de-fba4-4de7-9449-93f55919c255" providerId="ADAL" clId="{1D6250A4-E3D4-E945-AE4C-F3A4204F181B}" dt="2025-05-22T16:33:27.893" v="16172" actId="1035"/>
          <ac:spMkLst>
            <pc:docMk/>
            <pc:sldMk cId="3973918609" sldId="308"/>
            <ac:spMk id="19" creationId="{1D2E27AC-E7F3-AFB8-D744-B4896B780F4A}"/>
          </ac:spMkLst>
        </pc:spChg>
        <pc:spChg chg="add del mod">
          <ac:chgData name="Sebastian Schulz" userId="7b9eb8de-fba4-4de7-9449-93f55919c255" providerId="ADAL" clId="{1D6250A4-E3D4-E945-AE4C-F3A4204F181B}" dt="2025-05-22T16:13:09.870" v="15807" actId="478"/>
          <ac:spMkLst>
            <pc:docMk/>
            <pc:sldMk cId="3973918609" sldId="308"/>
            <ac:spMk id="20" creationId="{F1FC64D5-D1AA-DDBB-CEC4-95815658202B}"/>
          </ac:spMkLst>
        </pc:spChg>
        <pc:graphicFrameChg chg="add mod modGraphic">
          <ac:chgData name="Sebastian Schulz" userId="7b9eb8de-fba4-4de7-9449-93f55919c255" providerId="ADAL" clId="{1D6250A4-E3D4-E945-AE4C-F3A4204F181B}" dt="2025-05-22T16:14:46.335" v="15825" actId="1076"/>
          <ac:graphicFrameMkLst>
            <pc:docMk/>
            <pc:sldMk cId="3973918609" sldId="308"/>
            <ac:graphicFrameMk id="21" creationId="{2C8C3AB1-EDFF-A691-6805-2BC6A2229303}"/>
          </ac:graphicFrameMkLst>
        </pc:graphicFrameChg>
        <pc:picChg chg="add mod">
          <ac:chgData name="Sebastian Schulz" userId="7b9eb8de-fba4-4de7-9449-93f55919c255" providerId="ADAL" clId="{1D6250A4-E3D4-E945-AE4C-F3A4204F181B}" dt="2025-05-22T16:33:24.020" v="16166" actId="1035"/>
          <ac:picMkLst>
            <pc:docMk/>
            <pc:sldMk cId="3973918609" sldId="308"/>
            <ac:picMk id="12" creationId="{82C13C67-09CA-A215-85B2-1998608987B8}"/>
          </ac:picMkLst>
        </pc:picChg>
        <pc:picChg chg="add mod">
          <ac:chgData name="Sebastian Schulz" userId="7b9eb8de-fba4-4de7-9449-93f55919c255" providerId="ADAL" clId="{1D6250A4-E3D4-E945-AE4C-F3A4204F181B}" dt="2025-05-22T16:33:24.020" v="16166" actId="1035"/>
          <ac:picMkLst>
            <pc:docMk/>
            <pc:sldMk cId="3973918609" sldId="308"/>
            <ac:picMk id="14" creationId="{8531432C-00C9-3686-BA39-5A3F1BA96435}"/>
          </ac:picMkLst>
        </pc:picChg>
        <pc:picChg chg="del">
          <ac:chgData name="Sebastian Schulz" userId="7b9eb8de-fba4-4de7-9449-93f55919c255" providerId="ADAL" clId="{1D6250A4-E3D4-E945-AE4C-F3A4204F181B}" dt="2025-05-22T16:02:11.422" v="15493" actId="478"/>
          <ac:picMkLst>
            <pc:docMk/>
            <pc:sldMk cId="3973918609" sldId="308"/>
            <ac:picMk id="1026" creationId="{F9975D62-7E84-FEFD-A144-302530597F37}"/>
          </ac:picMkLst>
        </pc:picChg>
      </pc:sldChg>
      <pc:sldChg chg="modSp add mod ord modShow">
        <pc:chgData name="Sebastian Schulz" userId="7b9eb8de-fba4-4de7-9449-93f55919c255" providerId="ADAL" clId="{1D6250A4-E3D4-E945-AE4C-F3A4204F181B}" dt="2025-05-25T17:36:46.841" v="28039" actId="20578"/>
        <pc:sldMkLst>
          <pc:docMk/>
          <pc:sldMk cId="692498976" sldId="309"/>
        </pc:sldMkLst>
        <pc:spChg chg="mod">
          <ac:chgData name="Sebastian Schulz" userId="7b9eb8de-fba4-4de7-9449-93f55919c255" providerId="ADAL" clId="{1D6250A4-E3D4-E945-AE4C-F3A4204F181B}" dt="2025-05-23T10:14:29.454" v="20033" actId="207"/>
          <ac:spMkLst>
            <pc:docMk/>
            <pc:sldMk cId="692498976" sldId="309"/>
            <ac:spMk id="8" creationId="{466E8855-45A3-659F-64B7-BE482589F4A7}"/>
          </ac:spMkLst>
        </pc:spChg>
      </pc:sldChg>
      <pc:sldChg chg="new del">
        <pc:chgData name="Sebastian Schulz" userId="7b9eb8de-fba4-4de7-9449-93f55919c255" providerId="ADAL" clId="{1D6250A4-E3D4-E945-AE4C-F3A4204F181B}" dt="2025-05-22T21:06:22.068" v="17393" actId="2696"/>
        <pc:sldMkLst>
          <pc:docMk/>
          <pc:sldMk cId="3195477615" sldId="309"/>
        </pc:sldMkLst>
      </pc:sldChg>
      <pc:sldChg chg="addSp delSp modSp new mod setBg">
        <pc:chgData name="Sebastian Schulz" userId="7b9eb8de-fba4-4de7-9449-93f55919c255" providerId="ADAL" clId="{1D6250A4-E3D4-E945-AE4C-F3A4204F181B}" dt="2025-05-26T14:36:35.724" v="29867" actId="15"/>
        <pc:sldMkLst>
          <pc:docMk/>
          <pc:sldMk cId="2695459477" sldId="310"/>
        </pc:sldMkLst>
        <pc:spChg chg="mod">
          <ac:chgData name="Sebastian Schulz" userId="7b9eb8de-fba4-4de7-9449-93f55919c255" providerId="ADAL" clId="{1D6250A4-E3D4-E945-AE4C-F3A4204F181B}" dt="2025-05-24T22:33:56.909" v="25346" actId="1076"/>
          <ac:spMkLst>
            <pc:docMk/>
            <pc:sldMk cId="2695459477" sldId="310"/>
            <ac:spMk id="2" creationId="{8A0EF347-8FE4-D66A-C1A2-3545B848E6C0}"/>
          </ac:spMkLst>
        </pc:spChg>
        <pc:spChg chg="del">
          <ac:chgData name="Sebastian Schulz" userId="7b9eb8de-fba4-4de7-9449-93f55919c255" providerId="ADAL" clId="{1D6250A4-E3D4-E945-AE4C-F3A4204F181B}" dt="2025-05-23T23:39:07.092" v="20393" actId="478"/>
          <ac:spMkLst>
            <pc:docMk/>
            <pc:sldMk cId="2695459477" sldId="310"/>
            <ac:spMk id="3" creationId="{C91CB52B-72E2-D268-B0D9-3F813B4054EA}"/>
          </ac:spMkLst>
        </pc:spChg>
        <pc:spChg chg="mod ord">
          <ac:chgData name="Sebastian Schulz" userId="7b9eb8de-fba4-4de7-9449-93f55919c255" providerId="ADAL" clId="{1D6250A4-E3D4-E945-AE4C-F3A4204F181B}" dt="2025-05-24T18:03:04.434" v="23479" actId="26606"/>
          <ac:spMkLst>
            <pc:docMk/>
            <pc:sldMk cId="2695459477" sldId="310"/>
            <ac:spMk id="4" creationId="{36EADBD7-6705-F382-BCA5-7A2EB7F24318}"/>
          </ac:spMkLst>
        </pc:spChg>
        <pc:spChg chg="add del mod">
          <ac:chgData name="Sebastian Schulz" userId="7b9eb8de-fba4-4de7-9449-93f55919c255" providerId="ADAL" clId="{1D6250A4-E3D4-E945-AE4C-F3A4204F181B}" dt="2025-05-26T13:33:15.622" v="29203" actId="478"/>
          <ac:spMkLst>
            <pc:docMk/>
            <pc:sldMk cId="2695459477" sldId="310"/>
            <ac:spMk id="6" creationId="{15C4E010-4986-2E9F-978A-F33A6C6F9411}"/>
          </ac:spMkLst>
        </pc:spChg>
        <pc:spChg chg="add mod">
          <ac:chgData name="Sebastian Schulz" userId="7b9eb8de-fba4-4de7-9449-93f55919c255" providerId="ADAL" clId="{1D6250A4-E3D4-E945-AE4C-F3A4204F181B}" dt="2025-05-26T14:36:35.724" v="29867" actId="15"/>
          <ac:spMkLst>
            <pc:docMk/>
            <pc:sldMk cId="2695459477" sldId="310"/>
            <ac:spMk id="7" creationId="{74F92FD9-BAB9-2B60-77D3-3E96DC3AA30D}"/>
          </ac:spMkLst>
        </pc:spChg>
        <pc:spChg chg="add">
          <ac:chgData name="Sebastian Schulz" userId="7b9eb8de-fba4-4de7-9449-93f55919c255" providerId="ADAL" clId="{1D6250A4-E3D4-E945-AE4C-F3A4204F181B}" dt="2025-05-24T18:03:04.434" v="23479" actId="26606"/>
          <ac:spMkLst>
            <pc:docMk/>
            <pc:sldMk cId="2695459477" sldId="310"/>
            <ac:spMk id="9" creationId="{53F29798-D584-4792-9B62-3F5F5C36D619}"/>
          </ac:spMkLst>
        </pc:spChg>
        <pc:picChg chg="add mod">
          <ac:chgData name="Sebastian Schulz" userId="7b9eb8de-fba4-4de7-9449-93f55919c255" providerId="ADAL" clId="{1D6250A4-E3D4-E945-AE4C-F3A4204F181B}" dt="2025-05-26T13:37:36.998" v="29413" actId="1076"/>
          <ac:picMkLst>
            <pc:docMk/>
            <pc:sldMk cId="2695459477" sldId="310"/>
            <ac:picMk id="3" creationId="{14672598-7BB8-7182-4082-E476020E0747}"/>
          </ac:picMkLst>
        </pc:picChg>
      </pc:sldChg>
      <pc:sldChg chg="addSp delSp modSp add mod ord">
        <pc:chgData name="Sebastian Schulz" userId="7b9eb8de-fba4-4de7-9449-93f55919c255" providerId="ADAL" clId="{1D6250A4-E3D4-E945-AE4C-F3A4204F181B}" dt="2025-05-24T18:15:21.958" v="23576" actId="1076"/>
        <pc:sldMkLst>
          <pc:docMk/>
          <pc:sldMk cId="899003081" sldId="311"/>
        </pc:sldMkLst>
        <pc:spChg chg="mod">
          <ac:chgData name="Sebastian Schulz" userId="7b9eb8de-fba4-4de7-9449-93f55919c255" providerId="ADAL" clId="{1D6250A4-E3D4-E945-AE4C-F3A4204F181B}" dt="2025-05-24T14:35:31.120" v="21315" actId="14100"/>
          <ac:spMkLst>
            <pc:docMk/>
            <pc:sldMk cId="899003081" sldId="311"/>
            <ac:spMk id="2" creationId="{18636D21-7716-F9A0-BCF9-88357858B607}"/>
          </ac:spMkLst>
        </pc:spChg>
        <pc:spChg chg="add del mod">
          <ac:chgData name="Sebastian Schulz" userId="7b9eb8de-fba4-4de7-9449-93f55919c255" providerId="ADAL" clId="{1D6250A4-E3D4-E945-AE4C-F3A4204F181B}" dt="2025-05-24T14:34:00.690" v="21257" actId="478"/>
          <ac:spMkLst>
            <pc:docMk/>
            <pc:sldMk cId="899003081" sldId="311"/>
            <ac:spMk id="5" creationId="{4B67E80F-D717-9E51-5A66-74EFD6DA7AEA}"/>
          </ac:spMkLst>
        </pc:spChg>
        <pc:spChg chg="add del mod">
          <ac:chgData name="Sebastian Schulz" userId="7b9eb8de-fba4-4de7-9449-93f55919c255" providerId="ADAL" clId="{1D6250A4-E3D4-E945-AE4C-F3A4204F181B}" dt="2025-05-24T15:41:25.807" v="22391" actId="478"/>
          <ac:spMkLst>
            <pc:docMk/>
            <pc:sldMk cId="899003081" sldId="311"/>
            <ac:spMk id="5" creationId="{FA699D86-A84D-0D4C-C280-44A2B43527A4}"/>
          </ac:spMkLst>
        </pc:spChg>
        <pc:spChg chg="mod">
          <ac:chgData name="Sebastian Schulz" userId="7b9eb8de-fba4-4de7-9449-93f55919c255" providerId="ADAL" clId="{1D6250A4-E3D4-E945-AE4C-F3A4204F181B}" dt="2025-05-24T18:15:15.323" v="23575" actId="1076"/>
          <ac:spMkLst>
            <pc:docMk/>
            <pc:sldMk cId="899003081" sldId="311"/>
            <ac:spMk id="6" creationId="{E8F47EC7-8511-A5B2-AC5E-46866D4B36ED}"/>
          </ac:spMkLst>
        </pc:spChg>
        <pc:spChg chg="mod">
          <ac:chgData name="Sebastian Schulz" userId="7b9eb8de-fba4-4de7-9449-93f55919c255" providerId="ADAL" clId="{1D6250A4-E3D4-E945-AE4C-F3A4204F181B}" dt="2025-05-24T18:15:08.258" v="23572" actId="1076"/>
          <ac:spMkLst>
            <pc:docMk/>
            <pc:sldMk cId="899003081" sldId="311"/>
            <ac:spMk id="7" creationId="{F55C2378-26E4-B91C-063E-9DC71269F5B9}"/>
          </ac:spMkLst>
        </pc:spChg>
        <pc:spChg chg="mod">
          <ac:chgData name="Sebastian Schulz" userId="7b9eb8de-fba4-4de7-9449-93f55919c255" providerId="ADAL" clId="{1D6250A4-E3D4-E945-AE4C-F3A4204F181B}" dt="2025-05-24T18:14:56.602" v="23567" actId="1037"/>
          <ac:spMkLst>
            <pc:docMk/>
            <pc:sldMk cId="899003081" sldId="311"/>
            <ac:spMk id="8" creationId="{15C51679-48B9-470B-FC0F-C362625E093A}"/>
          </ac:spMkLst>
        </pc:spChg>
        <pc:spChg chg="mod">
          <ac:chgData name="Sebastian Schulz" userId="7b9eb8de-fba4-4de7-9449-93f55919c255" providerId="ADAL" clId="{1D6250A4-E3D4-E945-AE4C-F3A4204F181B}" dt="2025-05-24T18:15:21.958" v="23576" actId="1076"/>
          <ac:spMkLst>
            <pc:docMk/>
            <pc:sldMk cId="899003081" sldId="311"/>
            <ac:spMk id="9" creationId="{CF8B6A23-E89C-DEF5-CB78-C9A74BB5958E}"/>
          </ac:spMkLst>
        </pc:spChg>
        <pc:spChg chg="del mod">
          <ac:chgData name="Sebastian Schulz" userId="7b9eb8de-fba4-4de7-9449-93f55919c255" providerId="ADAL" clId="{1D6250A4-E3D4-E945-AE4C-F3A4204F181B}" dt="2025-05-24T14:34:03.240" v="21258" actId="478"/>
          <ac:spMkLst>
            <pc:docMk/>
            <pc:sldMk cId="899003081" sldId="311"/>
            <ac:spMk id="18" creationId="{87C837C2-8241-E4AC-7DF7-A91506798938}"/>
          </ac:spMkLst>
        </pc:spChg>
        <pc:spChg chg="del">
          <ac:chgData name="Sebastian Schulz" userId="7b9eb8de-fba4-4de7-9449-93f55919c255" providerId="ADAL" clId="{1D6250A4-E3D4-E945-AE4C-F3A4204F181B}" dt="2025-05-24T14:30:45.250" v="21226" actId="478"/>
          <ac:spMkLst>
            <pc:docMk/>
            <pc:sldMk cId="899003081" sldId="311"/>
            <ac:spMk id="19" creationId="{9E123E93-7D1E-1450-4803-0FB2E817A733}"/>
          </ac:spMkLst>
        </pc:spChg>
        <pc:picChg chg="mod">
          <ac:chgData name="Sebastian Schulz" userId="7b9eb8de-fba4-4de7-9449-93f55919c255" providerId="ADAL" clId="{1D6250A4-E3D4-E945-AE4C-F3A4204F181B}" dt="2025-05-24T18:15:05.626" v="23571" actId="1076"/>
          <ac:picMkLst>
            <pc:docMk/>
            <pc:sldMk cId="899003081" sldId="311"/>
            <ac:picMk id="17" creationId="{FB28DE31-7281-C6EE-3B29-29ADE80E071B}"/>
          </ac:picMkLst>
        </pc:picChg>
        <pc:cxnChg chg="mod">
          <ac:chgData name="Sebastian Schulz" userId="7b9eb8de-fba4-4de7-9449-93f55919c255" providerId="ADAL" clId="{1D6250A4-E3D4-E945-AE4C-F3A4204F181B}" dt="2025-05-24T18:15:21.958" v="23576" actId="1076"/>
          <ac:cxnSpMkLst>
            <pc:docMk/>
            <pc:sldMk cId="899003081" sldId="311"/>
            <ac:cxnSpMk id="12" creationId="{640E8BD6-C528-1CAA-2B10-B6DDAA3A1A9C}"/>
          </ac:cxnSpMkLst>
        </pc:cxnChg>
        <pc:cxnChg chg="mod">
          <ac:chgData name="Sebastian Schulz" userId="7b9eb8de-fba4-4de7-9449-93f55919c255" providerId="ADAL" clId="{1D6250A4-E3D4-E945-AE4C-F3A4204F181B}" dt="2025-05-24T18:15:21.958" v="23576" actId="1076"/>
          <ac:cxnSpMkLst>
            <pc:docMk/>
            <pc:sldMk cId="899003081" sldId="311"/>
            <ac:cxnSpMk id="15" creationId="{12DB53DA-99F0-6E15-80A4-A12267356107}"/>
          </ac:cxnSpMkLst>
        </pc:cxnChg>
        <pc:cxnChg chg="mod">
          <ac:chgData name="Sebastian Schulz" userId="7b9eb8de-fba4-4de7-9449-93f55919c255" providerId="ADAL" clId="{1D6250A4-E3D4-E945-AE4C-F3A4204F181B}" dt="2025-05-24T18:15:21.958" v="23576" actId="1076"/>
          <ac:cxnSpMkLst>
            <pc:docMk/>
            <pc:sldMk cId="899003081" sldId="311"/>
            <ac:cxnSpMk id="16" creationId="{5685583D-8A68-576D-BB7F-EFC3D016F3A8}"/>
          </ac:cxnSpMkLst>
        </pc:cxnChg>
      </pc:sldChg>
      <pc:sldChg chg="addSp delSp modSp add mod modNotesTx">
        <pc:chgData name="Sebastian Schulz" userId="7b9eb8de-fba4-4de7-9449-93f55919c255" providerId="ADAL" clId="{1D6250A4-E3D4-E945-AE4C-F3A4204F181B}" dt="2025-05-26T17:54:12.247" v="29988" actId="1036"/>
        <pc:sldMkLst>
          <pc:docMk/>
          <pc:sldMk cId="893816514" sldId="312"/>
        </pc:sldMkLst>
        <pc:spChg chg="mod">
          <ac:chgData name="Sebastian Schulz" userId="7b9eb8de-fba4-4de7-9449-93f55919c255" providerId="ADAL" clId="{1D6250A4-E3D4-E945-AE4C-F3A4204F181B}" dt="2025-05-24T14:42:27.252" v="21511" actId="20577"/>
          <ac:spMkLst>
            <pc:docMk/>
            <pc:sldMk cId="893816514" sldId="312"/>
            <ac:spMk id="2" creationId="{C5568BA9-5226-5C19-6209-9FDE793AF85E}"/>
          </ac:spMkLst>
        </pc:spChg>
        <pc:spChg chg="mod">
          <ac:chgData name="Sebastian Schulz" userId="7b9eb8de-fba4-4de7-9449-93f55919c255" providerId="ADAL" clId="{1D6250A4-E3D4-E945-AE4C-F3A4204F181B}" dt="2025-05-24T21:38:07.182" v="24209" actId="207"/>
          <ac:spMkLst>
            <pc:docMk/>
            <pc:sldMk cId="893816514" sldId="312"/>
            <ac:spMk id="5" creationId="{BA8D3DAC-8F94-773F-001F-99CACB8817C8}"/>
          </ac:spMkLst>
        </pc:spChg>
        <pc:spChg chg="add mod">
          <ac:chgData name="Sebastian Schulz" userId="7b9eb8de-fba4-4de7-9449-93f55919c255" providerId="ADAL" clId="{1D6250A4-E3D4-E945-AE4C-F3A4204F181B}" dt="2025-05-26T17:54:12.247" v="29988" actId="1036"/>
          <ac:spMkLst>
            <pc:docMk/>
            <pc:sldMk cId="893816514" sldId="312"/>
            <ac:spMk id="6" creationId="{36A6418A-423B-0800-4B35-26912D00456F}"/>
          </ac:spMkLst>
        </pc:spChg>
        <pc:spChg chg="del">
          <ac:chgData name="Sebastian Schulz" userId="7b9eb8de-fba4-4de7-9449-93f55919c255" providerId="ADAL" clId="{1D6250A4-E3D4-E945-AE4C-F3A4204F181B}" dt="2025-05-24T14:40:00.028" v="21442" actId="478"/>
          <ac:spMkLst>
            <pc:docMk/>
            <pc:sldMk cId="893816514" sldId="312"/>
            <ac:spMk id="6" creationId="{B41A31A6-2D04-F4FE-1D6C-CB0095991B7E}"/>
          </ac:spMkLst>
        </pc:spChg>
        <pc:spChg chg="del">
          <ac:chgData name="Sebastian Schulz" userId="7b9eb8de-fba4-4de7-9449-93f55919c255" providerId="ADAL" clId="{1D6250A4-E3D4-E945-AE4C-F3A4204F181B}" dt="2025-05-24T14:33:50.691" v="21256" actId="478"/>
          <ac:spMkLst>
            <pc:docMk/>
            <pc:sldMk cId="893816514" sldId="312"/>
            <ac:spMk id="7" creationId="{5E6E0B92-DA0E-BC86-0833-EEC2EDBDB649}"/>
          </ac:spMkLst>
        </pc:spChg>
        <pc:spChg chg="add mod">
          <ac:chgData name="Sebastian Schulz" userId="7b9eb8de-fba4-4de7-9449-93f55919c255" providerId="ADAL" clId="{1D6250A4-E3D4-E945-AE4C-F3A4204F181B}" dt="2025-05-26T17:54:12.247" v="29988" actId="1036"/>
          <ac:spMkLst>
            <pc:docMk/>
            <pc:sldMk cId="893816514" sldId="312"/>
            <ac:spMk id="7" creationId="{F06045F4-EDEF-6EBE-8EB5-EA905123FA38}"/>
          </ac:spMkLst>
        </pc:spChg>
        <pc:spChg chg="del">
          <ac:chgData name="Sebastian Schulz" userId="7b9eb8de-fba4-4de7-9449-93f55919c255" providerId="ADAL" clId="{1D6250A4-E3D4-E945-AE4C-F3A4204F181B}" dt="2025-05-24T14:33:23.886" v="21250" actId="478"/>
          <ac:spMkLst>
            <pc:docMk/>
            <pc:sldMk cId="893816514" sldId="312"/>
            <ac:spMk id="8" creationId="{8C2490CF-E7CF-330C-A6E3-F0594D36C3A8}"/>
          </ac:spMkLst>
        </pc:spChg>
        <pc:spChg chg="add mod">
          <ac:chgData name="Sebastian Schulz" userId="7b9eb8de-fba4-4de7-9449-93f55919c255" providerId="ADAL" clId="{1D6250A4-E3D4-E945-AE4C-F3A4204F181B}" dt="2025-05-26T11:32:05.654" v="28861" actId="207"/>
          <ac:spMkLst>
            <pc:docMk/>
            <pc:sldMk cId="893816514" sldId="312"/>
            <ac:spMk id="9" creationId="{9FDCDD91-26AC-9FE0-BBFD-35AC9B819ACF}"/>
          </ac:spMkLst>
        </pc:spChg>
        <pc:spChg chg="del">
          <ac:chgData name="Sebastian Schulz" userId="7b9eb8de-fba4-4de7-9449-93f55919c255" providerId="ADAL" clId="{1D6250A4-E3D4-E945-AE4C-F3A4204F181B}" dt="2025-05-24T14:33:30.124" v="21252" actId="478"/>
          <ac:spMkLst>
            <pc:docMk/>
            <pc:sldMk cId="893816514" sldId="312"/>
            <ac:spMk id="9" creationId="{A9E789FB-FE60-243F-2E1A-C76F34A0E51B}"/>
          </ac:spMkLst>
        </pc:spChg>
        <pc:spChg chg="add del mod">
          <ac:chgData name="Sebastian Schulz" userId="7b9eb8de-fba4-4de7-9449-93f55919c255" providerId="ADAL" clId="{1D6250A4-E3D4-E945-AE4C-F3A4204F181B}" dt="2025-05-24T15:44:39.174" v="22440"/>
          <ac:spMkLst>
            <pc:docMk/>
            <pc:sldMk cId="893816514" sldId="312"/>
            <ac:spMk id="11" creationId="{49A55274-DB7B-724B-FD69-11FE90558D17}"/>
          </ac:spMkLst>
        </pc:spChg>
        <pc:spChg chg="add mod">
          <ac:chgData name="Sebastian Schulz" userId="7b9eb8de-fba4-4de7-9449-93f55919c255" providerId="ADAL" clId="{1D6250A4-E3D4-E945-AE4C-F3A4204F181B}" dt="2025-05-24T17:36:22.451" v="22834" actId="1076"/>
          <ac:spMkLst>
            <pc:docMk/>
            <pc:sldMk cId="893816514" sldId="312"/>
            <ac:spMk id="13" creationId="{82E305F7-C5F2-B894-E13C-45E21B36E535}"/>
          </ac:spMkLst>
        </pc:spChg>
        <pc:spChg chg="mod">
          <ac:chgData name="Sebastian Schulz" userId="7b9eb8de-fba4-4de7-9449-93f55919c255" providerId="ADAL" clId="{1D6250A4-E3D4-E945-AE4C-F3A4204F181B}" dt="2025-05-26T17:54:05.130" v="29976" actId="20577"/>
          <ac:spMkLst>
            <pc:docMk/>
            <pc:sldMk cId="893816514" sldId="312"/>
            <ac:spMk id="18" creationId="{82552D12-D7EA-6B19-11E4-8C7B470BF91A}"/>
          </ac:spMkLst>
        </pc:spChg>
        <pc:graphicFrameChg chg="add mod modGraphic">
          <ac:chgData name="Sebastian Schulz" userId="7b9eb8de-fba4-4de7-9449-93f55919c255" providerId="ADAL" clId="{1D6250A4-E3D4-E945-AE4C-F3A4204F181B}" dt="2025-05-24T15:56:36.817" v="22646" actId="1076"/>
          <ac:graphicFrameMkLst>
            <pc:docMk/>
            <pc:sldMk cId="893816514" sldId="312"/>
            <ac:graphicFrameMk id="3" creationId="{42F9534B-2756-0580-140B-7C6C7B6572C7}"/>
          </ac:graphicFrameMkLst>
        </pc:graphicFrameChg>
        <pc:picChg chg="del">
          <ac:chgData name="Sebastian Schulz" userId="7b9eb8de-fba4-4de7-9449-93f55919c255" providerId="ADAL" clId="{1D6250A4-E3D4-E945-AE4C-F3A4204F181B}" dt="2025-05-24T14:33:25.886" v="21251" actId="478"/>
          <ac:picMkLst>
            <pc:docMk/>
            <pc:sldMk cId="893816514" sldId="312"/>
            <ac:picMk id="17" creationId="{7467FF43-4B8F-08F6-02F3-AAFEBD152AC8}"/>
          </ac:picMkLst>
        </pc:picChg>
        <pc:cxnChg chg="del">
          <ac:chgData name="Sebastian Schulz" userId="7b9eb8de-fba4-4de7-9449-93f55919c255" providerId="ADAL" clId="{1D6250A4-E3D4-E945-AE4C-F3A4204F181B}" dt="2025-05-24T14:33:30.124" v="21252" actId="478"/>
          <ac:cxnSpMkLst>
            <pc:docMk/>
            <pc:sldMk cId="893816514" sldId="312"/>
            <ac:cxnSpMk id="12" creationId="{E88118C5-C6AB-0045-449A-F7F313B1EACE}"/>
          </ac:cxnSpMkLst>
        </pc:cxnChg>
        <pc:cxnChg chg="del">
          <ac:chgData name="Sebastian Schulz" userId="7b9eb8de-fba4-4de7-9449-93f55919c255" providerId="ADAL" clId="{1D6250A4-E3D4-E945-AE4C-F3A4204F181B}" dt="2025-05-24T14:33:30.124" v="21252" actId="478"/>
          <ac:cxnSpMkLst>
            <pc:docMk/>
            <pc:sldMk cId="893816514" sldId="312"/>
            <ac:cxnSpMk id="15" creationId="{ABC61531-E331-2AFA-6044-4FA60BCFFB56}"/>
          </ac:cxnSpMkLst>
        </pc:cxnChg>
        <pc:cxnChg chg="del">
          <ac:chgData name="Sebastian Schulz" userId="7b9eb8de-fba4-4de7-9449-93f55919c255" providerId="ADAL" clId="{1D6250A4-E3D4-E945-AE4C-F3A4204F181B}" dt="2025-05-24T14:33:30.124" v="21252" actId="478"/>
          <ac:cxnSpMkLst>
            <pc:docMk/>
            <pc:sldMk cId="893816514" sldId="312"/>
            <ac:cxnSpMk id="16" creationId="{2DBC2D74-4E30-D68A-6A51-3AA6D09137B4}"/>
          </ac:cxnSpMkLst>
        </pc:cxnChg>
      </pc:sldChg>
      <pc:sldChg chg="addSp modSp new mod">
        <pc:chgData name="Sebastian Schulz" userId="7b9eb8de-fba4-4de7-9449-93f55919c255" providerId="ADAL" clId="{1D6250A4-E3D4-E945-AE4C-F3A4204F181B}" dt="2025-05-24T22:36:41.327" v="25413" actId="1076"/>
        <pc:sldMkLst>
          <pc:docMk/>
          <pc:sldMk cId="3456051659" sldId="313"/>
        </pc:sldMkLst>
        <pc:spChg chg="mod">
          <ac:chgData name="Sebastian Schulz" userId="7b9eb8de-fba4-4de7-9449-93f55919c255" providerId="ADAL" clId="{1D6250A4-E3D4-E945-AE4C-F3A4204F181B}" dt="2025-05-24T14:53:03.740" v="22039" actId="20577"/>
          <ac:spMkLst>
            <pc:docMk/>
            <pc:sldMk cId="3456051659" sldId="313"/>
            <ac:spMk id="2" creationId="{28BF588C-FB3D-55C5-0E2B-B289EB4EE51B}"/>
          </ac:spMkLst>
        </pc:spChg>
        <pc:spChg chg="mod">
          <ac:chgData name="Sebastian Schulz" userId="7b9eb8de-fba4-4de7-9449-93f55919c255" providerId="ADAL" clId="{1D6250A4-E3D4-E945-AE4C-F3A4204F181B}" dt="2025-05-24T22:34:39.751" v="25360" actId="113"/>
          <ac:spMkLst>
            <pc:docMk/>
            <pc:sldMk cId="3456051659" sldId="313"/>
            <ac:spMk id="3" creationId="{5BFE660F-FCBC-2379-3ACA-8328B55FE5D8}"/>
          </ac:spMkLst>
        </pc:spChg>
        <pc:spChg chg="add mod">
          <ac:chgData name="Sebastian Schulz" userId="7b9eb8de-fba4-4de7-9449-93f55919c255" providerId="ADAL" clId="{1D6250A4-E3D4-E945-AE4C-F3A4204F181B}" dt="2025-05-24T22:34:51.014" v="25361" actId="207"/>
          <ac:spMkLst>
            <pc:docMk/>
            <pc:sldMk cId="3456051659" sldId="313"/>
            <ac:spMk id="7" creationId="{229B24AB-C36D-7C81-3ED6-3F470BAC5E1F}"/>
          </ac:spMkLst>
        </pc:spChg>
        <pc:spChg chg="add mod">
          <ac:chgData name="Sebastian Schulz" userId="7b9eb8de-fba4-4de7-9449-93f55919c255" providerId="ADAL" clId="{1D6250A4-E3D4-E945-AE4C-F3A4204F181B}" dt="2025-05-24T22:35:25.149" v="25395" actId="1037"/>
          <ac:spMkLst>
            <pc:docMk/>
            <pc:sldMk cId="3456051659" sldId="313"/>
            <ac:spMk id="8" creationId="{5EE75299-9AA8-7595-8B96-9FD66E7F1EC0}"/>
          </ac:spMkLst>
        </pc:spChg>
        <pc:spChg chg="add mod">
          <ac:chgData name="Sebastian Schulz" userId="7b9eb8de-fba4-4de7-9449-93f55919c255" providerId="ADAL" clId="{1D6250A4-E3D4-E945-AE4C-F3A4204F181B}" dt="2025-05-24T22:36:41.327" v="25413" actId="1076"/>
          <ac:spMkLst>
            <pc:docMk/>
            <pc:sldMk cId="3456051659" sldId="313"/>
            <ac:spMk id="13" creationId="{F2A8685E-FAE1-5CFE-AA24-90B99A70CE9A}"/>
          </ac:spMkLst>
        </pc:spChg>
        <pc:spChg chg="add mod">
          <ac:chgData name="Sebastian Schulz" userId="7b9eb8de-fba4-4de7-9449-93f55919c255" providerId="ADAL" clId="{1D6250A4-E3D4-E945-AE4C-F3A4204F181B}" dt="2025-05-24T22:35:43.096" v="25401" actId="20577"/>
          <ac:spMkLst>
            <pc:docMk/>
            <pc:sldMk cId="3456051659" sldId="313"/>
            <ac:spMk id="14" creationId="{3A4F5ACE-8422-6020-D199-CB9AA5377064}"/>
          </ac:spMkLst>
        </pc:spChg>
        <pc:spChg chg="add mod">
          <ac:chgData name="Sebastian Schulz" userId="7b9eb8de-fba4-4de7-9449-93f55919c255" providerId="ADAL" clId="{1D6250A4-E3D4-E945-AE4C-F3A4204F181B}" dt="2025-05-24T22:36:01.387" v="25405" actId="1076"/>
          <ac:spMkLst>
            <pc:docMk/>
            <pc:sldMk cId="3456051659" sldId="313"/>
            <ac:spMk id="15" creationId="{5D9B3B4C-7BCB-A6E0-B0F5-DAF7AC7D4052}"/>
          </ac:spMkLst>
        </pc:spChg>
        <pc:spChg chg="add mod">
          <ac:chgData name="Sebastian Schulz" userId="7b9eb8de-fba4-4de7-9449-93f55919c255" providerId="ADAL" clId="{1D6250A4-E3D4-E945-AE4C-F3A4204F181B}" dt="2025-05-24T22:36:22.997" v="25411" actId="20577"/>
          <ac:spMkLst>
            <pc:docMk/>
            <pc:sldMk cId="3456051659" sldId="313"/>
            <ac:spMk id="18" creationId="{30E1EB92-1F20-0D22-7269-C1C763A7E62C}"/>
          </ac:spMkLst>
        </pc:spChg>
        <pc:picChg chg="add mod modCrop">
          <ac:chgData name="Sebastian Schulz" userId="7b9eb8de-fba4-4de7-9449-93f55919c255" providerId="ADAL" clId="{1D6250A4-E3D4-E945-AE4C-F3A4204F181B}" dt="2025-05-24T14:51:14.372" v="21935" actId="1076"/>
          <ac:picMkLst>
            <pc:docMk/>
            <pc:sldMk cId="3456051659" sldId="313"/>
            <ac:picMk id="5" creationId="{078B9C55-05BB-957A-2108-F53FA48D6321}"/>
          </ac:picMkLst>
        </pc:picChg>
        <pc:picChg chg="add mod">
          <ac:chgData name="Sebastian Schulz" userId="7b9eb8de-fba4-4de7-9449-93f55919c255" providerId="ADAL" clId="{1D6250A4-E3D4-E945-AE4C-F3A4204F181B}" dt="2025-05-24T14:51:47.237" v="22004" actId="1076"/>
          <ac:picMkLst>
            <pc:docMk/>
            <pc:sldMk cId="3456051659" sldId="313"/>
            <ac:picMk id="6" creationId="{23B0AC4D-BDB3-4B22-E0A1-CFE26D852DE6}"/>
          </ac:picMkLst>
        </pc:picChg>
        <pc:cxnChg chg="add mod">
          <ac:chgData name="Sebastian Schulz" userId="7b9eb8de-fba4-4de7-9449-93f55919c255" providerId="ADAL" clId="{1D6250A4-E3D4-E945-AE4C-F3A4204F181B}" dt="2025-05-24T14:52:06.285" v="22008" actId="13822"/>
          <ac:cxnSpMkLst>
            <pc:docMk/>
            <pc:sldMk cId="3456051659" sldId="313"/>
            <ac:cxnSpMk id="9" creationId="{BDE4A6E8-E8AF-B1DE-9B10-F404E1F0A855}"/>
          </ac:cxnSpMkLst>
        </pc:cxnChg>
        <pc:cxnChg chg="add mod">
          <ac:chgData name="Sebastian Schulz" userId="7b9eb8de-fba4-4de7-9449-93f55919c255" providerId="ADAL" clId="{1D6250A4-E3D4-E945-AE4C-F3A4204F181B}" dt="2025-05-24T22:36:32.271" v="25412" actId="14100"/>
          <ac:cxnSpMkLst>
            <pc:docMk/>
            <pc:sldMk cId="3456051659" sldId="313"/>
            <ac:cxnSpMk id="10" creationId="{4853C5EF-6CC2-9843-09F4-757CF7EBE6B3}"/>
          </ac:cxnSpMkLst>
        </pc:cxnChg>
        <pc:cxnChg chg="add mod">
          <ac:chgData name="Sebastian Schulz" userId="7b9eb8de-fba4-4de7-9449-93f55919c255" providerId="ADAL" clId="{1D6250A4-E3D4-E945-AE4C-F3A4204F181B}" dt="2025-05-24T14:52:38.493" v="22032" actId="14100"/>
          <ac:cxnSpMkLst>
            <pc:docMk/>
            <pc:sldMk cId="3456051659" sldId="313"/>
            <ac:cxnSpMk id="11" creationId="{CC9C8E4E-7983-E486-F11E-AD53A9802666}"/>
          </ac:cxnSpMkLst>
        </pc:cxnChg>
        <pc:cxnChg chg="add mod">
          <ac:chgData name="Sebastian Schulz" userId="7b9eb8de-fba4-4de7-9449-93f55919c255" providerId="ADAL" clId="{1D6250A4-E3D4-E945-AE4C-F3A4204F181B}" dt="2025-05-24T14:52:33.039" v="22031" actId="1038"/>
          <ac:cxnSpMkLst>
            <pc:docMk/>
            <pc:sldMk cId="3456051659" sldId="313"/>
            <ac:cxnSpMk id="12" creationId="{E1EA5EC8-A5ED-3893-D902-577E50DDC69C}"/>
          </ac:cxnSpMkLst>
        </pc:cxnChg>
        <pc:cxnChg chg="add mod">
          <ac:chgData name="Sebastian Schulz" userId="7b9eb8de-fba4-4de7-9449-93f55919c255" providerId="ADAL" clId="{1D6250A4-E3D4-E945-AE4C-F3A4204F181B}" dt="2025-05-24T22:36:15.171" v="25408" actId="14100"/>
          <ac:cxnSpMkLst>
            <pc:docMk/>
            <pc:sldMk cId="3456051659" sldId="313"/>
            <ac:cxnSpMk id="16" creationId="{F3F812D8-077D-75AC-1062-F4A963F28AD5}"/>
          </ac:cxnSpMkLst>
        </pc:cxnChg>
      </pc:sldChg>
      <pc:sldChg chg="addSp delSp modSp add mod ord modShow">
        <pc:chgData name="Sebastian Schulz" userId="7b9eb8de-fba4-4de7-9449-93f55919c255" providerId="ADAL" clId="{1D6250A4-E3D4-E945-AE4C-F3A4204F181B}" dt="2025-05-25T17:44:58.264" v="28139" actId="20578"/>
        <pc:sldMkLst>
          <pc:docMk/>
          <pc:sldMk cId="1880850609" sldId="314"/>
        </pc:sldMkLst>
        <pc:spChg chg="mod">
          <ac:chgData name="Sebastian Schulz" userId="7b9eb8de-fba4-4de7-9449-93f55919c255" providerId="ADAL" clId="{1D6250A4-E3D4-E945-AE4C-F3A4204F181B}" dt="2025-05-24T19:54:11.541" v="23623" actId="14100"/>
          <ac:spMkLst>
            <pc:docMk/>
            <pc:sldMk cId="1880850609" sldId="314"/>
            <ac:spMk id="3" creationId="{74268E31-FA52-B030-FA1C-427E5D317F3F}"/>
          </ac:spMkLst>
        </pc:spChg>
        <pc:picChg chg="del">
          <ac:chgData name="Sebastian Schulz" userId="7b9eb8de-fba4-4de7-9449-93f55919c255" providerId="ADAL" clId="{1D6250A4-E3D4-E945-AE4C-F3A4204F181B}" dt="2025-05-24T19:53:56.403" v="23593" actId="478"/>
          <ac:picMkLst>
            <pc:docMk/>
            <pc:sldMk cId="1880850609" sldId="314"/>
            <ac:picMk id="5" creationId="{BD103BFD-CE0D-4818-12A6-CEC4F083D530}"/>
          </ac:picMkLst>
        </pc:picChg>
        <pc:picChg chg="add mod">
          <ac:chgData name="Sebastian Schulz" userId="7b9eb8de-fba4-4de7-9449-93f55919c255" providerId="ADAL" clId="{1D6250A4-E3D4-E945-AE4C-F3A4204F181B}" dt="2025-05-24T19:54:12.831" v="23624" actId="1076"/>
          <ac:picMkLst>
            <pc:docMk/>
            <pc:sldMk cId="1880850609" sldId="314"/>
            <ac:picMk id="8" creationId="{3CBD3ADF-619F-B41B-DD59-743FE709651E}"/>
          </ac:picMkLst>
        </pc:picChg>
      </pc:sldChg>
      <pc:sldChg chg="addSp delSp modSp add mod">
        <pc:chgData name="Sebastian Schulz" userId="7b9eb8de-fba4-4de7-9449-93f55919c255" providerId="ADAL" clId="{1D6250A4-E3D4-E945-AE4C-F3A4204F181B}" dt="2025-05-26T20:16:47.760" v="31169" actId="207"/>
        <pc:sldMkLst>
          <pc:docMk/>
          <pc:sldMk cId="1559540500" sldId="315"/>
        </pc:sldMkLst>
        <pc:spChg chg="mod">
          <ac:chgData name="Sebastian Schulz" userId="7b9eb8de-fba4-4de7-9449-93f55919c255" providerId="ADAL" clId="{1D6250A4-E3D4-E945-AE4C-F3A4204F181B}" dt="2025-05-26T18:37:22.112" v="30218" actId="167"/>
          <ac:spMkLst>
            <pc:docMk/>
            <pc:sldMk cId="1559540500" sldId="315"/>
            <ac:spMk id="3" creationId="{B666DFDE-CD39-1120-F462-3DADE9DD2FAF}"/>
          </ac:spMkLst>
        </pc:spChg>
        <pc:spChg chg="add del mod">
          <ac:chgData name="Sebastian Schulz" userId="7b9eb8de-fba4-4de7-9449-93f55919c255" providerId="ADAL" clId="{1D6250A4-E3D4-E945-AE4C-F3A4204F181B}" dt="2025-05-26T18:33:41.484" v="30195" actId="478"/>
          <ac:spMkLst>
            <pc:docMk/>
            <pc:sldMk cId="1559540500" sldId="315"/>
            <ac:spMk id="5" creationId="{A0177C2E-E2B9-1F24-96A4-563E8639E21A}"/>
          </ac:spMkLst>
        </pc:spChg>
        <pc:spChg chg="mod">
          <ac:chgData name="Sebastian Schulz" userId="7b9eb8de-fba4-4de7-9449-93f55919c255" providerId="ADAL" clId="{1D6250A4-E3D4-E945-AE4C-F3A4204F181B}" dt="2025-05-24T19:57:07.013" v="23692" actId="14100"/>
          <ac:spMkLst>
            <pc:docMk/>
            <pc:sldMk cId="1559540500" sldId="315"/>
            <ac:spMk id="7" creationId="{FB25C220-6716-0707-1360-6EF673E5EFB9}"/>
          </ac:spMkLst>
        </pc:spChg>
        <pc:spChg chg="add del mod">
          <ac:chgData name="Sebastian Schulz" userId="7b9eb8de-fba4-4de7-9449-93f55919c255" providerId="ADAL" clId="{1D6250A4-E3D4-E945-AE4C-F3A4204F181B}" dt="2025-05-26T18:33:42.865" v="30196" actId="478"/>
          <ac:spMkLst>
            <pc:docMk/>
            <pc:sldMk cId="1559540500" sldId="315"/>
            <ac:spMk id="8" creationId="{69B1968B-B3BB-6075-C9A3-EB3200435D66}"/>
          </ac:spMkLst>
        </pc:spChg>
        <pc:spChg chg="del">
          <ac:chgData name="Sebastian Schulz" userId="7b9eb8de-fba4-4de7-9449-93f55919c255" providerId="ADAL" clId="{1D6250A4-E3D4-E945-AE4C-F3A4204F181B}" dt="2025-05-24T19:55:57.215" v="23685" actId="478"/>
          <ac:spMkLst>
            <pc:docMk/>
            <pc:sldMk cId="1559540500" sldId="315"/>
            <ac:spMk id="8" creationId="{FE6063C7-F019-54D5-0599-5458F8A82850}"/>
          </ac:spMkLst>
        </pc:spChg>
        <pc:spChg chg="add del mod">
          <ac:chgData name="Sebastian Schulz" userId="7b9eb8de-fba4-4de7-9449-93f55919c255" providerId="ADAL" clId="{1D6250A4-E3D4-E945-AE4C-F3A4204F181B}" dt="2025-05-26T18:37:51.303" v="30256"/>
          <ac:spMkLst>
            <pc:docMk/>
            <pc:sldMk cId="1559540500" sldId="315"/>
            <ac:spMk id="11" creationId="{CFCC41D5-A423-33D4-E82E-B5D2C09D30C3}"/>
          </ac:spMkLst>
        </pc:spChg>
        <pc:spChg chg="add mod">
          <ac:chgData name="Sebastian Schulz" userId="7b9eb8de-fba4-4de7-9449-93f55919c255" providerId="ADAL" clId="{1D6250A4-E3D4-E945-AE4C-F3A4204F181B}" dt="2025-05-26T20:16:47.760" v="31169" actId="207"/>
          <ac:spMkLst>
            <pc:docMk/>
            <pc:sldMk cId="1559540500" sldId="315"/>
            <ac:spMk id="12" creationId="{015E63E9-4E68-0B65-E2A7-64E94827859B}"/>
          </ac:spMkLst>
        </pc:spChg>
        <pc:spChg chg="add mod">
          <ac:chgData name="Sebastian Schulz" userId="7b9eb8de-fba4-4de7-9449-93f55919c255" providerId="ADAL" clId="{1D6250A4-E3D4-E945-AE4C-F3A4204F181B}" dt="2025-05-26T18:39:31.458" v="30362" actId="20577"/>
          <ac:spMkLst>
            <pc:docMk/>
            <pc:sldMk cId="1559540500" sldId="315"/>
            <ac:spMk id="13" creationId="{65B2F25D-6D3B-07DD-E59C-335362D39334}"/>
          </ac:spMkLst>
        </pc:spChg>
        <pc:picChg chg="del">
          <ac:chgData name="Sebastian Schulz" userId="7b9eb8de-fba4-4de7-9449-93f55919c255" providerId="ADAL" clId="{1D6250A4-E3D4-E945-AE4C-F3A4204F181B}" dt="2025-05-24T19:55:07.588" v="23680" actId="478"/>
          <ac:picMkLst>
            <pc:docMk/>
            <pc:sldMk cId="1559540500" sldId="315"/>
            <ac:picMk id="5" creationId="{A587B54C-F4FD-0489-0900-7BFCA7D23916}"/>
          </ac:picMkLst>
        </pc:picChg>
        <pc:picChg chg="add del mod modCrop">
          <ac:chgData name="Sebastian Schulz" userId="7b9eb8de-fba4-4de7-9449-93f55919c255" providerId="ADAL" clId="{1D6250A4-E3D4-E945-AE4C-F3A4204F181B}" dt="2025-05-26T18:35:14.836" v="30198" actId="478"/>
          <ac:picMkLst>
            <pc:docMk/>
            <pc:sldMk cId="1559540500" sldId="315"/>
            <ac:picMk id="9" creationId="{C3AA21FD-0394-7CF9-7983-BE8899C2DCD9}"/>
          </ac:picMkLst>
        </pc:picChg>
        <pc:picChg chg="add del mod">
          <ac:chgData name="Sebastian Schulz" userId="7b9eb8de-fba4-4de7-9449-93f55919c255" providerId="ADAL" clId="{1D6250A4-E3D4-E945-AE4C-F3A4204F181B}" dt="2025-05-26T18:36:49.463" v="30211" actId="478"/>
          <ac:picMkLst>
            <pc:docMk/>
            <pc:sldMk cId="1559540500" sldId="315"/>
            <ac:picMk id="10" creationId="{5A592633-209B-CC1B-1842-9CC64F23084C}"/>
          </ac:picMkLst>
        </pc:picChg>
        <pc:picChg chg="add mod">
          <ac:chgData name="Sebastian Schulz" userId="7b9eb8de-fba4-4de7-9449-93f55919c255" providerId="ADAL" clId="{1D6250A4-E3D4-E945-AE4C-F3A4204F181B}" dt="2025-05-26T18:36:41.413" v="30208" actId="732"/>
          <ac:picMkLst>
            <pc:docMk/>
            <pc:sldMk cId="1559540500" sldId="315"/>
            <ac:picMk id="1026" creationId="{89DC0869-6A8F-E144-8488-4F56009ECC63}"/>
          </ac:picMkLst>
        </pc:picChg>
        <pc:picChg chg="add mod">
          <ac:chgData name="Sebastian Schulz" userId="7b9eb8de-fba4-4de7-9449-93f55919c255" providerId="ADAL" clId="{1D6250A4-E3D4-E945-AE4C-F3A4204F181B}" dt="2025-05-26T18:37:50.269" v="30254" actId="732"/>
          <ac:picMkLst>
            <pc:docMk/>
            <pc:sldMk cId="1559540500" sldId="315"/>
            <ac:picMk id="1028" creationId="{27518552-543F-ECD8-9C69-B98E6F52C6FD}"/>
          </ac:picMkLst>
        </pc:picChg>
      </pc:sldChg>
      <pc:sldChg chg="addSp delSp modSp add mod">
        <pc:chgData name="Sebastian Schulz" userId="7b9eb8de-fba4-4de7-9449-93f55919c255" providerId="ADAL" clId="{1D6250A4-E3D4-E945-AE4C-F3A4204F181B}" dt="2025-05-26T20:25:37.794" v="31330" actId="20577"/>
        <pc:sldMkLst>
          <pc:docMk/>
          <pc:sldMk cId="354962792" sldId="316"/>
        </pc:sldMkLst>
        <pc:spChg chg="mod">
          <ac:chgData name="Sebastian Schulz" userId="7b9eb8de-fba4-4de7-9449-93f55919c255" providerId="ADAL" clId="{1D6250A4-E3D4-E945-AE4C-F3A4204F181B}" dt="2025-05-26T20:25:37.794" v="31330" actId="20577"/>
          <ac:spMkLst>
            <pc:docMk/>
            <pc:sldMk cId="354962792" sldId="316"/>
            <ac:spMk id="3" creationId="{4F233976-FEFC-9C55-82EB-F21E44A18D68}"/>
          </ac:spMkLst>
        </pc:spChg>
        <pc:spChg chg="add mod">
          <ac:chgData name="Sebastian Schulz" userId="7b9eb8de-fba4-4de7-9449-93f55919c255" providerId="ADAL" clId="{1D6250A4-E3D4-E945-AE4C-F3A4204F181B}" dt="2025-05-24T20:06:26.005" v="24136" actId="1036"/>
          <ac:spMkLst>
            <pc:docMk/>
            <pc:sldMk cId="354962792" sldId="316"/>
            <ac:spMk id="13" creationId="{EE8732AD-2741-DED3-F8C0-BC9FBDB7345E}"/>
          </ac:spMkLst>
        </pc:spChg>
        <pc:spChg chg="add mod">
          <ac:chgData name="Sebastian Schulz" userId="7b9eb8de-fba4-4de7-9449-93f55919c255" providerId="ADAL" clId="{1D6250A4-E3D4-E945-AE4C-F3A4204F181B}" dt="2025-05-24T20:06:53.596" v="24151" actId="1076"/>
          <ac:spMkLst>
            <pc:docMk/>
            <pc:sldMk cId="354962792" sldId="316"/>
            <ac:spMk id="15" creationId="{B741550D-8DD9-5A7B-FD3F-9589C181A53A}"/>
          </ac:spMkLst>
        </pc:spChg>
        <pc:spChg chg="add mod">
          <ac:chgData name="Sebastian Schulz" userId="7b9eb8de-fba4-4de7-9449-93f55919c255" providerId="ADAL" clId="{1D6250A4-E3D4-E945-AE4C-F3A4204F181B}" dt="2025-05-24T20:06:26.005" v="24136" actId="1036"/>
          <ac:spMkLst>
            <pc:docMk/>
            <pc:sldMk cId="354962792" sldId="316"/>
            <ac:spMk id="16" creationId="{91B9960F-8D75-7DEF-71D8-12E1B75F1AEC}"/>
          </ac:spMkLst>
        </pc:spChg>
        <pc:spChg chg="add mod">
          <ac:chgData name="Sebastian Schulz" userId="7b9eb8de-fba4-4de7-9449-93f55919c255" providerId="ADAL" clId="{1D6250A4-E3D4-E945-AE4C-F3A4204F181B}" dt="2025-05-26T20:17:08.656" v="31177" actId="20577"/>
          <ac:spMkLst>
            <pc:docMk/>
            <pc:sldMk cId="354962792" sldId="316"/>
            <ac:spMk id="17" creationId="{98C9F51E-EC15-8E9C-8952-CC6C082F6A21}"/>
          </ac:spMkLst>
        </pc:spChg>
        <pc:spChg chg="add del mod">
          <ac:chgData name="Sebastian Schulz" userId="7b9eb8de-fba4-4de7-9449-93f55919c255" providerId="ADAL" clId="{1D6250A4-E3D4-E945-AE4C-F3A4204F181B}" dt="2025-05-26T11:57:18.691" v="28886" actId="478"/>
          <ac:spMkLst>
            <pc:docMk/>
            <pc:sldMk cId="354962792" sldId="316"/>
            <ac:spMk id="18" creationId="{FF524AEA-538A-4012-A56B-78D0FC7A0485}"/>
          </ac:spMkLst>
        </pc:spChg>
        <pc:picChg chg="add mod">
          <ac:chgData name="Sebastian Schulz" userId="7b9eb8de-fba4-4de7-9449-93f55919c255" providerId="ADAL" clId="{1D6250A4-E3D4-E945-AE4C-F3A4204F181B}" dt="2025-05-26T18:39:53.464" v="30364" actId="1076"/>
          <ac:picMkLst>
            <pc:docMk/>
            <pc:sldMk cId="354962792" sldId="316"/>
            <ac:picMk id="5" creationId="{2DD183A2-240E-C121-6289-7CAAAA3006FA}"/>
          </ac:picMkLst>
        </pc:picChg>
        <pc:picChg chg="add mod">
          <ac:chgData name="Sebastian Schulz" userId="7b9eb8de-fba4-4de7-9449-93f55919c255" providerId="ADAL" clId="{1D6250A4-E3D4-E945-AE4C-F3A4204F181B}" dt="2025-05-24T20:06:26.005" v="24136" actId="1036"/>
          <ac:picMkLst>
            <pc:docMk/>
            <pc:sldMk cId="354962792" sldId="316"/>
            <ac:picMk id="8" creationId="{7C8FAA31-AD1F-8579-8911-5ACB400EAEF9}"/>
          </ac:picMkLst>
        </pc:picChg>
        <pc:picChg chg="del">
          <ac:chgData name="Sebastian Schulz" userId="7b9eb8de-fba4-4de7-9449-93f55919c255" providerId="ADAL" clId="{1D6250A4-E3D4-E945-AE4C-F3A4204F181B}" dt="2025-05-24T19:57:31.823" v="23720" actId="478"/>
          <ac:picMkLst>
            <pc:docMk/>
            <pc:sldMk cId="354962792" sldId="316"/>
            <ac:picMk id="9" creationId="{39AFBEA2-9C39-164B-EC60-DE8C9BA73A9E}"/>
          </ac:picMkLst>
        </pc:picChg>
        <pc:picChg chg="del">
          <ac:chgData name="Sebastian Schulz" userId="7b9eb8de-fba4-4de7-9449-93f55919c255" providerId="ADAL" clId="{1D6250A4-E3D4-E945-AE4C-F3A4204F181B}" dt="2025-05-24T19:57:32.475" v="23721" actId="478"/>
          <ac:picMkLst>
            <pc:docMk/>
            <pc:sldMk cId="354962792" sldId="316"/>
            <ac:picMk id="10" creationId="{D372F50E-22B0-3EAB-7C10-FA1ADC3EF341}"/>
          </ac:picMkLst>
        </pc:picChg>
        <pc:picChg chg="add mod modCrop">
          <ac:chgData name="Sebastian Schulz" userId="7b9eb8de-fba4-4de7-9449-93f55919c255" providerId="ADAL" clId="{1D6250A4-E3D4-E945-AE4C-F3A4204F181B}" dt="2025-05-24T20:06:26.005" v="24136" actId="1036"/>
          <ac:picMkLst>
            <pc:docMk/>
            <pc:sldMk cId="354962792" sldId="316"/>
            <ac:picMk id="11" creationId="{6AAF33E9-9D49-3AA2-ABE2-E8B1B8B443B5}"/>
          </ac:picMkLst>
        </pc:picChg>
        <pc:picChg chg="add mod">
          <ac:chgData name="Sebastian Schulz" userId="7b9eb8de-fba4-4de7-9449-93f55919c255" providerId="ADAL" clId="{1D6250A4-E3D4-E945-AE4C-F3A4204F181B}" dt="2025-05-24T20:06:26.005" v="24136" actId="1036"/>
          <ac:picMkLst>
            <pc:docMk/>
            <pc:sldMk cId="354962792" sldId="316"/>
            <ac:picMk id="12" creationId="{2000AA36-6628-0E95-DD98-9B2B21EC6F16}"/>
          </ac:picMkLst>
        </pc:picChg>
      </pc:sldChg>
      <pc:sldChg chg="addSp delSp modSp add mod ord modShow modNotesTx">
        <pc:chgData name="Sebastian Schulz" userId="7b9eb8de-fba4-4de7-9449-93f55919c255" providerId="ADAL" clId="{1D6250A4-E3D4-E945-AE4C-F3A4204F181B}" dt="2025-05-26T10:41:16.108" v="28808" actId="729"/>
        <pc:sldMkLst>
          <pc:docMk/>
          <pc:sldMk cId="3505410846" sldId="317"/>
        </pc:sldMkLst>
        <pc:spChg chg="mod">
          <ac:chgData name="Sebastian Schulz" userId="7b9eb8de-fba4-4de7-9449-93f55919c255" providerId="ADAL" clId="{1D6250A4-E3D4-E945-AE4C-F3A4204F181B}" dt="2025-05-24T22:37:41.453" v="25429" actId="20577"/>
          <ac:spMkLst>
            <pc:docMk/>
            <pc:sldMk cId="3505410846" sldId="317"/>
            <ac:spMk id="2" creationId="{7DA0A2A0-0F82-18D8-9AB5-27D1471190EB}"/>
          </ac:spMkLst>
        </pc:spChg>
        <pc:spChg chg="add del mod">
          <ac:chgData name="Sebastian Schulz" userId="7b9eb8de-fba4-4de7-9449-93f55919c255" providerId="ADAL" clId="{1D6250A4-E3D4-E945-AE4C-F3A4204F181B}" dt="2025-05-26T10:31:37.669" v="28694" actId="478"/>
          <ac:spMkLst>
            <pc:docMk/>
            <pc:sldMk cId="3505410846" sldId="317"/>
            <ac:spMk id="3" creationId="{3A344FA1-723D-7940-1EA6-3140D8B34C38}"/>
          </ac:spMkLst>
        </pc:spChg>
        <pc:spChg chg="del">
          <ac:chgData name="Sebastian Schulz" userId="7b9eb8de-fba4-4de7-9449-93f55919c255" providerId="ADAL" clId="{1D6250A4-E3D4-E945-AE4C-F3A4204F181B}" dt="2025-05-24T22:37:32.355" v="25417" actId="478"/>
          <ac:spMkLst>
            <pc:docMk/>
            <pc:sldMk cId="3505410846" sldId="317"/>
            <ac:spMk id="6" creationId="{D2020124-D293-9E91-EDA3-759BB03EF6AD}"/>
          </ac:spMkLst>
        </pc:spChg>
        <pc:spChg chg="add mod">
          <ac:chgData name="Sebastian Schulz" userId="7b9eb8de-fba4-4de7-9449-93f55919c255" providerId="ADAL" clId="{1D6250A4-E3D4-E945-AE4C-F3A4204F181B}" dt="2025-05-26T10:36:14.503" v="28787" actId="1076"/>
          <ac:spMkLst>
            <pc:docMk/>
            <pc:sldMk cId="3505410846" sldId="317"/>
            <ac:spMk id="7" creationId="{7B4E73A8-46C2-60B9-012D-2765E13E3D73}"/>
          </ac:spMkLst>
        </pc:spChg>
        <pc:spChg chg="add mod">
          <ac:chgData name="Sebastian Schulz" userId="7b9eb8de-fba4-4de7-9449-93f55919c255" providerId="ADAL" clId="{1D6250A4-E3D4-E945-AE4C-F3A4204F181B}" dt="2025-05-26T10:35:29.586" v="28785" actId="20577"/>
          <ac:spMkLst>
            <pc:docMk/>
            <pc:sldMk cId="3505410846" sldId="317"/>
            <ac:spMk id="9" creationId="{C73738C2-7AE1-A442-3562-FBD8E401FB9A}"/>
          </ac:spMkLst>
        </pc:spChg>
        <pc:graphicFrameChg chg="del modGraphic">
          <ac:chgData name="Sebastian Schulz" userId="7b9eb8de-fba4-4de7-9449-93f55919c255" providerId="ADAL" clId="{1D6250A4-E3D4-E945-AE4C-F3A4204F181B}" dt="2025-05-24T22:37:28.684" v="25416" actId="478"/>
          <ac:graphicFrameMkLst>
            <pc:docMk/>
            <pc:sldMk cId="3505410846" sldId="317"/>
            <ac:graphicFrameMk id="5" creationId="{0582AB0F-1088-3088-C026-616108C21E9F}"/>
          </ac:graphicFrameMkLst>
        </pc:graphicFrameChg>
        <pc:picChg chg="add mod">
          <ac:chgData name="Sebastian Schulz" userId="7b9eb8de-fba4-4de7-9449-93f55919c255" providerId="ADAL" clId="{1D6250A4-E3D4-E945-AE4C-F3A4204F181B}" dt="2025-05-26T10:31:42.897" v="28697" actId="1076"/>
          <ac:picMkLst>
            <pc:docMk/>
            <pc:sldMk cId="3505410846" sldId="317"/>
            <ac:picMk id="5" creationId="{F186E19D-5EE5-FEE4-8268-5F8F5E78EA73}"/>
          </ac:picMkLst>
        </pc:picChg>
      </pc:sldChg>
      <pc:sldChg chg="addSp delSp modSp add mod ord modShow modNotesTx">
        <pc:chgData name="Sebastian Schulz" userId="7b9eb8de-fba4-4de7-9449-93f55919c255" providerId="ADAL" clId="{1D6250A4-E3D4-E945-AE4C-F3A4204F181B}" dt="2025-05-25T17:23:30.238" v="27672" actId="729"/>
        <pc:sldMkLst>
          <pc:docMk/>
          <pc:sldMk cId="4170486650" sldId="318"/>
        </pc:sldMkLst>
        <pc:spChg chg="del">
          <ac:chgData name="Sebastian Schulz" userId="7b9eb8de-fba4-4de7-9449-93f55919c255" providerId="ADAL" clId="{1D6250A4-E3D4-E945-AE4C-F3A4204F181B}" dt="2025-05-25T12:02:18.957" v="25961" actId="478"/>
          <ac:spMkLst>
            <pc:docMk/>
            <pc:sldMk cId="4170486650" sldId="318"/>
            <ac:spMk id="6" creationId="{51F9FE3E-3186-D621-9EC4-E4052D0BA9C8}"/>
          </ac:spMkLst>
        </pc:spChg>
        <pc:spChg chg="add mod">
          <ac:chgData name="Sebastian Schulz" userId="7b9eb8de-fba4-4de7-9449-93f55919c255" providerId="ADAL" clId="{1D6250A4-E3D4-E945-AE4C-F3A4204F181B}" dt="2025-05-25T11:33:43.939" v="25650" actId="1076"/>
          <ac:spMkLst>
            <pc:docMk/>
            <pc:sldMk cId="4170486650" sldId="318"/>
            <ac:spMk id="7" creationId="{60B410B5-C4DB-D588-6D7F-F57EAB3F0419}"/>
          </ac:spMkLst>
        </pc:spChg>
        <pc:spChg chg="del">
          <ac:chgData name="Sebastian Schulz" userId="7b9eb8de-fba4-4de7-9449-93f55919c255" providerId="ADAL" clId="{1D6250A4-E3D4-E945-AE4C-F3A4204F181B}" dt="2025-05-25T11:33:02.556" v="25640" actId="478"/>
          <ac:spMkLst>
            <pc:docMk/>
            <pc:sldMk cId="4170486650" sldId="318"/>
            <ac:spMk id="8" creationId="{462C5D10-7C0E-A505-FF6F-04EF63BA4780}"/>
          </ac:spMkLst>
        </pc:spChg>
        <pc:spChg chg="add mod">
          <ac:chgData name="Sebastian Schulz" userId="7b9eb8de-fba4-4de7-9449-93f55919c255" providerId="ADAL" clId="{1D6250A4-E3D4-E945-AE4C-F3A4204F181B}" dt="2025-05-25T11:34:50.881" v="25867" actId="1076"/>
          <ac:spMkLst>
            <pc:docMk/>
            <pc:sldMk cId="4170486650" sldId="318"/>
            <ac:spMk id="9" creationId="{A7DFEE46-E55E-FCFE-982F-72C1FD4F3D63}"/>
          </ac:spMkLst>
        </pc:spChg>
        <pc:picChg chg="add mod">
          <ac:chgData name="Sebastian Schulz" userId="7b9eb8de-fba4-4de7-9449-93f55919c255" providerId="ADAL" clId="{1D6250A4-E3D4-E945-AE4C-F3A4204F181B}" dt="2025-05-25T11:33:45.558" v="25651" actId="1076"/>
          <ac:picMkLst>
            <pc:docMk/>
            <pc:sldMk cId="4170486650" sldId="318"/>
            <ac:picMk id="3" creationId="{2DF13DD1-4F36-F94F-9A42-E98A309EB9F5}"/>
          </ac:picMkLst>
        </pc:picChg>
        <pc:picChg chg="del">
          <ac:chgData name="Sebastian Schulz" userId="7b9eb8de-fba4-4de7-9449-93f55919c255" providerId="ADAL" clId="{1D6250A4-E3D4-E945-AE4C-F3A4204F181B}" dt="2025-05-25T11:33:00.955" v="25639" actId="478"/>
          <ac:picMkLst>
            <pc:docMk/>
            <pc:sldMk cId="4170486650" sldId="318"/>
            <ac:picMk id="1026" creationId="{B3F36302-8D8A-6C93-6EFC-2F67E4C37B18}"/>
          </ac:picMkLst>
        </pc:picChg>
      </pc:sldChg>
      <pc:sldChg chg="addSp delSp modSp add mod ord modShow">
        <pc:chgData name="Sebastian Schulz" userId="7b9eb8de-fba4-4de7-9449-93f55919c255" providerId="ADAL" clId="{1D6250A4-E3D4-E945-AE4C-F3A4204F181B}" dt="2025-05-25T17:23:32.382" v="27673" actId="729"/>
        <pc:sldMkLst>
          <pc:docMk/>
          <pc:sldMk cId="232620404" sldId="319"/>
        </pc:sldMkLst>
        <pc:spChg chg="del">
          <ac:chgData name="Sebastian Schulz" userId="7b9eb8de-fba4-4de7-9449-93f55919c255" providerId="ADAL" clId="{1D6250A4-E3D4-E945-AE4C-F3A4204F181B}" dt="2025-05-25T12:02:16.166" v="25960" actId="478"/>
          <ac:spMkLst>
            <pc:docMk/>
            <pc:sldMk cId="232620404" sldId="319"/>
            <ac:spMk id="6" creationId="{586D33F3-68E8-6377-5A82-6AA3D22B3D0E}"/>
          </ac:spMkLst>
        </pc:spChg>
        <pc:spChg chg="del">
          <ac:chgData name="Sebastian Schulz" userId="7b9eb8de-fba4-4de7-9449-93f55919c255" providerId="ADAL" clId="{1D6250A4-E3D4-E945-AE4C-F3A4204F181B}" dt="2025-05-25T12:02:11.474" v="25958" actId="478"/>
          <ac:spMkLst>
            <pc:docMk/>
            <pc:sldMk cId="232620404" sldId="319"/>
            <ac:spMk id="7" creationId="{8C8458AB-2067-8957-2924-1EE4572A5981}"/>
          </ac:spMkLst>
        </pc:spChg>
        <pc:spChg chg="add mod">
          <ac:chgData name="Sebastian Schulz" userId="7b9eb8de-fba4-4de7-9449-93f55919c255" providerId="ADAL" clId="{1D6250A4-E3D4-E945-AE4C-F3A4204F181B}" dt="2025-05-25T12:02:46.067" v="25972" actId="404"/>
          <ac:spMkLst>
            <pc:docMk/>
            <pc:sldMk cId="232620404" sldId="319"/>
            <ac:spMk id="8" creationId="{D59EF586-5669-F546-45C4-25C9F67AD66A}"/>
          </ac:spMkLst>
        </pc:spChg>
        <pc:spChg chg="del">
          <ac:chgData name="Sebastian Schulz" userId="7b9eb8de-fba4-4de7-9449-93f55919c255" providerId="ADAL" clId="{1D6250A4-E3D4-E945-AE4C-F3A4204F181B}" dt="2025-05-25T12:02:13.052" v="25959" actId="478"/>
          <ac:spMkLst>
            <pc:docMk/>
            <pc:sldMk cId="232620404" sldId="319"/>
            <ac:spMk id="9" creationId="{8ADE2795-7F19-46B1-3289-82C1BC5D876C}"/>
          </ac:spMkLst>
        </pc:spChg>
        <pc:picChg chg="del">
          <ac:chgData name="Sebastian Schulz" userId="7b9eb8de-fba4-4de7-9449-93f55919c255" providerId="ADAL" clId="{1D6250A4-E3D4-E945-AE4C-F3A4204F181B}" dt="2025-05-25T12:02:09.847" v="25957" actId="478"/>
          <ac:picMkLst>
            <pc:docMk/>
            <pc:sldMk cId="232620404" sldId="319"/>
            <ac:picMk id="3" creationId="{ABAA83AC-D239-2687-6485-319B7B28A2B3}"/>
          </ac:picMkLst>
        </pc:picChg>
        <pc:picChg chg="add mod">
          <ac:chgData name="Sebastian Schulz" userId="7b9eb8de-fba4-4de7-9449-93f55919c255" providerId="ADAL" clId="{1D6250A4-E3D4-E945-AE4C-F3A4204F181B}" dt="2025-05-25T12:02:27.069" v="25965" actId="14100"/>
          <ac:picMkLst>
            <pc:docMk/>
            <pc:sldMk cId="232620404" sldId="319"/>
            <ac:picMk id="1026" creationId="{98A714F0-E4A0-157B-C37B-734B492958AD}"/>
          </ac:picMkLst>
        </pc:picChg>
      </pc:sldChg>
      <pc:sldChg chg="addSp delSp modSp add mod ord modShow">
        <pc:chgData name="Sebastian Schulz" userId="7b9eb8de-fba4-4de7-9449-93f55919c255" providerId="ADAL" clId="{1D6250A4-E3D4-E945-AE4C-F3A4204F181B}" dt="2025-05-25T14:54:43.451" v="27052" actId="20578"/>
        <pc:sldMkLst>
          <pc:docMk/>
          <pc:sldMk cId="1433027575" sldId="320"/>
        </pc:sldMkLst>
        <pc:spChg chg="del">
          <ac:chgData name="Sebastian Schulz" userId="7b9eb8de-fba4-4de7-9449-93f55919c255" providerId="ADAL" clId="{1D6250A4-E3D4-E945-AE4C-F3A4204F181B}" dt="2025-05-25T14:46:50.230" v="27031" actId="478"/>
          <ac:spMkLst>
            <pc:docMk/>
            <pc:sldMk cId="1433027575" sldId="320"/>
            <ac:spMk id="5" creationId="{C183F790-51B5-452F-2831-DFAD7495777A}"/>
          </ac:spMkLst>
        </pc:spChg>
        <pc:spChg chg="add mod">
          <ac:chgData name="Sebastian Schulz" userId="7b9eb8de-fba4-4de7-9449-93f55919c255" providerId="ADAL" clId="{1D6250A4-E3D4-E945-AE4C-F3A4204F181B}" dt="2025-05-25T14:49:19.420" v="27038" actId="1076"/>
          <ac:spMkLst>
            <pc:docMk/>
            <pc:sldMk cId="1433027575" sldId="320"/>
            <ac:spMk id="11" creationId="{7A733D1F-B3CE-05DB-4F50-546D8D14AF2E}"/>
          </ac:spMkLst>
        </pc:spChg>
        <pc:picChg chg="add mod">
          <ac:chgData name="Sebastian Schulz" userId="7b9eb8de-fba4-4de7-9449-93f55919c255" providerId="ADAL" clId="{1D6250A4-E3D4-E945-AE4C-F3A4204F181B}" dt="2025-05-25T14:46:47.877" v="27030" actId="1076"/>
          <ac:picMkLst>
            <pc:docMk/>
            <pc:sldMk cId="1433027575" sldId="320"/>
            <ac:picMk id="6" creationId="{9C7B8657-9080-FBD7-3A99-253F952BB2B1}"/>
          </ac:picMkLst>
        </pc:picChg>
        <pc:picChg chg="add mod">
          <ac:chgData name="Sebastian Schulz" userId="7b9eb8de-fba4-4de7-9449-93f55919c255" providerId="ADAL" clId="{1D6250A4-E3D4-E945-AE4C-F3A4204F181B}" dt="2025-05-25T14:47:10.739" v="27035" actId="14100"/>
          <ac:picMkLst>
            <pc:docMk/>
            <pc:sldMk cId="1433027575" sldId="320"/>
            <ac:picMk id="9" creationId="{BA2AFFAB-8C1D-F727-4AF7-A252F638A2F5}"/>
          </ac:picMkLst>
        </pc:picChg>
        <pc:picChg chg="del">
          <ac:chgData name="Sebastian Schulz" userId="7b9eb8de-fba4-4de7-9449-93f55919c255" providerId="ADAL" clId="{1D6250A4-E3D4-E945-AE4C-F3A4204F181B}" dt="2025-05-25T14:45:41.710" v="27027" actId="478"/>
          <ac:picMkLst>
            <pc:docMk/>
            <pc:sldMk cId="1433027575" sldId="320"/>
            <ac:picMk id="3076" creationId="{279C6C98-9577-A808-4CF4-9DABC204D6CE}"/>
          </ac:picMkLst>
        </pc:picChg>
      </pc:sldChg>
      <pc:sldChg chg="add mod ord modShow">
        <pc:chgData name="Sebastian Schulz" userId="7b9eb8de-fba4-4de7-9449-93f55919c255" providerId="ADAL" clId="{1D6250A4-E3D4-E945-AE4C-F3A4204F181B}" dt="2025-05-25T17:39:08.421" v="28048" actId="20578"/>
        <pc:sldMkLst>
          <pc:docMk/>
          <pc:sldMk cId="264708014" sldId="321"/>
        </pc:sldMkLst>
      </pc:sldChg>
      <pc:sldChg chg="new del">
        <pc:chgData name="Sebastian Schulz" userId="7b9eb8de-fba4-4de7-9449-93f55919c255" providerId="ADAL" clId="{1D6250A4-E3D4-E945-AE4C-F3A4204F181B}" dt="2025-05-25T14:54:53.903" v="27054" actId="2696"/>
        <pc:sldMkLst>
          <pc:docMk/>
          <pc:sldMk cId="1888824563" sldId="321"/>
        </pc:sldMkLst>
      </pc:sldChg>
      <pc:sldChg chg="new del">
        <pc:chgData name="Sebastian Schulz" userId="7b9eb8de-fba4-4de7-9449-93f55919c255" providerId="ADAL" clId="{1D6250A4-E3D4-E945-AE4C-F3A4204F181B}" dt="2025-05-25T19:39:11.750" v="28300" actId="2696"/>
        <pc:sldMkLst>
          <pc:docMk/>
          <pc:sldMk cId="2697891192" sldId="322"/>
        </pc:sldMkLst>
      </pc:sldChg>
      <pc:sldChg chg="addSp delSp modSp add mod">
        <pc:chgData name="Sebastian Schulz" userId="7b9eb8de-fba4-4de7-9449-93f55919c255" providerId="ADAL" clId="{1D6250A4-E3D4-E945-AE4C-F3A4204F181B}" dt="2025-05-25T19:39:47.584" v="28311" actId="404"/>
        <pc:sldMkLst>
          <pc:docMk/>
          <pc:sldMk cId="4259197790" sldId="323"/>
        </pc:sldMkLst>
        <pc:spChg chg="add mod">
          <ac:chgData name="Sebastian Schulz" userId="7b9eb8de-fba4-4de7-9449-93f55919c255" providerId="ADAL" clId="{1D6250A4-E3D4-E945-AE4C-F3A4204F181B}" dt="2025-05-25T19:39:47.584" v="28311" actId="404"/>
          <ac:spMkLst>
            <pc:docMk/>
            <pc:sldMk cId="4259197790" sldId="323"/>
            <ac:spMk id="6" creationId="{C2A0177E-26DB-889F-07DB-78E195C33C4D}"/>
          </ac:spMkLst>
        </pc:spChg>
        <pc:spChg chg="del">
          <ac:chgData name="Sebastian Schulz" userId="7b9eb8de-fba4-4de7-9449-93f55919c255" providerId="ADAL" clId="{1D6250A4-E3D4-E945-AE4C-F3A4204F181B}" dt="2025-05-25T19:39:24.601" v="28305" actId="478"/>
          <ac:spMkLst>
            <pc:docMk/>
            <pc:sldMk cId="4259197790" sldId="323"/>
            <ac:spMk id="8" creationId="{70FD68C2-70E4-DFEA-3758-98FFF505A63C}"/>
          </ac:spMkLst>
        </pc:spChg>
        <pc:picChg chg="add mod">
          <ac:chgData name="Sebastian Schulz" userId="7b9eb8de-fba4-4de7-9449-93f55919c255" providerId="ADAL" clId="{1D6250A4-E3D4-E945-AE4C-F3A4204F181B}" dt="2025-05-25T19:39:22.639" v="28304" actId="1076"/>
          <ac:picMkLst>
            <pc:docMk/>
            <pc:sldMk cId="4259197790" sldId="323"/>
            <ac:picMk id="3" creationId="{07BA716F-347C-08D0-2DE0-6131627A57E1}"/>
          </ac:picMkLst>
        </pc:picChg>
        <pc:picChg chg="del">
          <ac:chgData name="Sebastian Schulz" userId="7b9eb8de-fba4-4de7-9449-93f55919c255" providerId="ADAL" clId="{1D6250A4-E3D4-E945-AE4C-F3A4204F181B}" dt="2025-05-25T19:39:13.935" v="28301" actId="478"/>
          <ac:picMkLst>
            <pc:docMk/>
            <pc:sldMk cId="4259197790" sldId="323"/>
            <ac:picMk id="1026" creationId="{C0E5EAA2-8E0D-9E44-B0D6-6CD16D859244}"/>
          </ac:picMkLst>
        </pc:picChg>
      </pc:sldChg>
      <pc:sldChg chg="addSp delSp modSp add mod">
        <pc:chgData name="Sebastian Schulz" userId="7b9eb8de-fba4-4de7-9449-93f55919c255" providerId="ADAL" clId="{1D6250A4-E3D4-E945-AE4C-F3A4204F181B}" dt="2025-05-25T19:43:39.378" v="28326" actId="14100"/>
        <pc:sldMkLst>
          <pc:docMk/>
          <pc:sldMk cId="1345454000" sldId="324"/>
        </pc:sldMkLst>
        <pc:spChg chg="del">
          <ac:chgData name="Sebastian Schulz" userId="7b9eb8de-fba4-4de7-9449-93f55919c255" providerId="ADAL" clId="{1D6250A4-E3D4-E945-AE4C-F3A4204F181B}" dt="2025-05-25T19:43:13.732" v="28317" actId="478"/>
          <ac:spMkLst>
            <pc:docMk/>
            <pc:sldMk cId="1345454000" sldId="324"/>
            <ac:spMk id="6" creationId="{974A8C15-9D11-0E3E-4DFE-7DD2DE8A1C2E}"/>
          </ac:spMkLst>
        </pc:spChg>
        <pc:spChg chg="add mod">
          <ac:chgData name="Sebastian Schulz" userId="7b9eb8de-fba4-4de7-9449-93f55919c255" providerId="ADAL" clId="{1D6250A4-E3D4-E945-AE4C-F3A4204F181B}" dt="2025-05-25T19:43:35.723" v="28324" actId="404"/>
          <ac:spMkLst>
            <pc:docMk/>
            <pc:sldMk cId="1345454000" sldId="324"/>
            <ac:spMk id="7" creationId="{FD6EA485-65A0-4B4D-07E3-360180048EC6}"/>
          </ac:spMkLst>
        </pc:spChg>
        <pc:picChg chg="del">
          <ac:chgData name="Sebastian Schulz" userId="7b9eb8de-fba4-4de7-9449-93f55919c255" providerId="ADAL" clId="{1D6250A4-E3D4-E945-AE4C-F3A4204F181B}" dt="2025-05-25T19:43:03.034" v="28313" actId="478"/>
          <ac:picMkLst>
            <pc:docMk/>
            <pc:sldMk cId="1345454000" sldId="324"/>
            <ac:picMk id="3" creationId="{8AD0838F-8EC1-529B-2B2E-CC143F7C2B20}"/>
          </ac:picMkLst>
        </pc:picChg>
        <pc:picChg chg="add mod">
          <ac:chgData name="Sebastian Schulz" userId="7b9eb8de-fba4-4de7-9449-93f55919c255" providerId="ADAL" clId="{1D6250A4-E3D4-E945-AE4C-F3A4204F181B}" dt="2025-05-25T19:43:39.378" v="28326" actId="14100"/>
          <ac:picMkLst>
            <pc:docMk/>
            <pc:sldMk cId="1345454000" sldId="324"/>
            <ac:picMk id="3074" creationId="{FBBA93AF-8678-968C-4E59-EFEB61C62849}"/>
          </ac:picMkLst>
        </pc:picChg>
      </pc:sldChg>
      <pc:sldChg chg="addSp delSp modSp add">
        <pc:chgData name="Sebastian Schulz" userId="7b9eb8de-fba4-4de7-9449-93f55919c255" providerId="ADAL" clId="{1D6250A4-E3D4-E945-AE4C-F3A4204F181B}" dt="2025-05-25T19:45:09.347" v="28331" actId="1076"/>
        <pc:sldMkLst>
          <pc:docMk/>
          <pc:sldMk cId="2153755402" sldId="325"/>
        </pc:sldMkLst>
        <pc:picChg chg="del">
          <ac:chgData name="Sebastian Schulz" userId="7b9eb8de-fba4-4de7-9449-93f55919c255" providerId="ADAL" clId="{1D6250A4-E3D4-E945-AE4C-F3A4204F181B}" dt="2025-05-25T19:44:49.750" v="28328" actId="478"/>
          <ac:picMkLst>
            <pc:docMk/>
            <pc:sldMk cId="2153755402" sldId="325"/>
            <ac:picMk id="3074" creationId="{8AC3510B-1DB2-2570-DD7A-73028744A0EF}"/>
          </ac:picMkLst>
        </pc:picChg>
        <pc:picChg chg="add mod">
          <ac:chgData name="Sebastian Schulz" userId="7b9eb8de-fba4-4de7-9449-93f55919c255" providerId="ADAL" clId="{1D6250A4-E3D4-E945-AE4C-F3A4204F181B}" dt="2025-05-25T19:45:09.347" v="28331" actId="1076"/>
          <ac:picMkLst>
            <pc:docMk/>
            <pc:sldMk cId="2153755402" sldId="325"/>
            <ac:picMk id="5122" creationId="{C4BAEFD3-79DF-D6AD-EF3A-AD2A265D6D06}"/>
          </ac:picMkLst>
        </pc:picChg>
      </pc:sldChg>
      <pc:sldChg chg="addSp delSp modSp add mod">
        <pc:chgData name="Sebastian Schulz" userId="7b9eb8de-fba4-4de7-9449-93f55919c255" providerId="ADAL" clId="{1D6250A4-E3D4-E945-AE4C-F3A4204F181B}" dt="2025-05-25T20:04:07.039" v="28431" actId="404"/>
        <pc:sldMkLst>
          <pc:docMk/>
          <pc:sldMk cId="4159956755" sldId="326"/>
        </pc:sldMkLst>
        <pc:spChg chg="add del">
          <ac:chgData name="Sebastian Schulz" userId="7b9eb8de-fba4-4de7-9449-93f55919c255" providerId="ADAL" clId="{1D6250A4-E3D4-E945-AE4C-F3A4204F181B}" dt="2025-05-25T20:03:29.552" v="28421" actId="478"/>
          <ac:spMkLst>
            <pc:docMk/>
            <pc:sldMk cId="4159956755" sldId="326"/>
            <ac:spMk id="3" creationId="{F6699F3D-83BB-0EFE-DC8C-7D625CBE8EF9}"/>
          </ac:spMkLst>
        </pc:spChg>
        <pc:spChg chg="del">
          <ac:chgData name="Sebastian Schulz" userId="7b9eb8de-fba4-4de7-9449-93f55919c255" providerId="ADAL" clId="{1D6250A4-E3D4-E945-AE4C-F3A4204F181B}" dt="2025-05-25T20:03:50.831" v="28423" actId="478"/>
          <ac:spMkLst>
            <pc:docMk/>
            <pc:sldMk cId="4159956755" sldId="326"/>
            <ac:spMk id="7" creationId="{98861F7E-DDD3-FED6-BE58-A7AD5048E8E3}"/>
          </ac:spMkLst>
        </pc:spChg>
        <pc:spChg chg="add mod">
          <ac:chgData name="Sebastian Schulz" userId="7b9eb8de-fba4-4de7-9449-93f55919c255" providerId="ADAL" clId="{1D6250A4-E3D4-E945-AE4C-F3A4204F181B}" dt="2025-05-25T20:04:07.039" v="28431" actId="404"/>
          <ac:spMkLst>
            <pc:docMk/>
            <pc:sldMk cId="4159956755" sldId="326"/>
            <ac:spMk id="8" creationId="{7C1B7B1D-2DFC-3714-ECBB-AA8A5B3C22F5}"/>
          </ac:spMkLst>
        </pc:spChg>
        <pc:picChg chg="add mod">
          <ac:chgData name="Sebastian Schulz" userId="7b9eb8de-fba4-4de7-9449-93f55919c255" providerId="ADAL" clId="{1D6250A4-E3D4-E945-AE4C-F3A4204F181B}" dt="2025-05-25T20:03:47.782" v="28422"/>
          <ac:picMkLst>
            <pc:docMk/>
            <pc:sldMk cId="4159956755" sldId="326"/>
            <ac:picMk id="5" creationId="{CECA3824-19D0-FA23-1A7C-6CF400EE16C1}"/>
          </ac:picMkLst>
        </pc:picChg>
        <pc:picChg chg="del">
          <ac:chgData name="Sebastian Schulz" userId="7b9eb8de-fba4-4de7-9449-93f55919c255" providerId="ADAL" clId="{1D6250A4-E3D4-E945-AE4C-F3A4204F181B}" dt="2025-05-25T20:03:26.074" v="28419" actId="478"/>
          <ac:picMkLst>
            <pc:docMk/>
            <pc:sldMk cId="4159956755" sldId="326"/>
            <ac:picMk id="5122" creationId="{6AC08283-5FEF-CCDD-C5A8-50DFAEA1A976}"/>
          </ac:picMkLst>
        </pc:picChg>
      </pc:sldChg>
      <pc:sldChg chg="addSp delSp modSp add mod">
        <pc:chgData name="Sebastian Schulz" userId="7b9eb8de-fba4-4de7-9449-93f55919c255" providerId="ADAL" clId="{1D6250A4-E3D4-E945-AE4C-F3A4204F181B}" dt="2025-05-25T20:06:32.892" v="28445" actId="1076"/>
        <pc:sldMkLst>
          <pc:docMk/>
          <pc:sldMk cId="3009746154" sldId="327"/>
        </pc:sldMkLst>
        <pc:spChg chg="add mod">
          <ac:chgData name="Sebastian Schulz" userId="7b9eb8de-fba4-4de7-9449-93f55919c255" providerId="ADAL" clId="{1D6250A4-E3D4-E945-AE4C-F3A4204F181B}" dt="2025-05-25T20:06:32.892" v="28445" actId="1076"/>
          <ac:spMkLst>
            <pc:docMk/>
            <pc:sldMk cId="3009746154" sldId="327"/>
            <ac:spMk id="6" creationId="{673BDBA2-4398-DCAA-22AB-DEB0304401C2}"/>
          </ac:spMkLst>
        </pc:spChg>
        <pc:spChg chg="del">
          <ac:chgData name="Sebastian Schulz" userId="7b9eb8de-fba4-4de7-9449-93f55919c255" providerId="ADAL" clId="{1D6250A4-E3D4-E945-AE4C-F3A4204F181B}" dt="2025-05-25T20:06:05.056" v="28434" actId="478"/>
          <ac:spMkLst>
            <pc:docMk/>
            <pc:sldMk cId="3009746154" sldId="327"/>
            <ac:spMk id="8" creationId="{7DCBD616-EEC1-66EA-46B3-1AB8C0458A60}"/>
          </ac:spMkLst>
        </pc:spChg>
        <pc:picChg chg="del">
          <ac:chgData name="Sebastian Schulz" userId="7b9eb8de-fba4-4de7-9449-93f55919c255" providerId="ADAL" clId="{1D6250A4-E3D4-E945-AE4C-F3A4204F181B}" dt="2025-05-25T20:06:03.922" v="28433" actId="478"/>
          <ac:picMkLst>
            <pc:docMk/>
            <pc:sldMk cId="3009746154" sldId="327"/>
            <ac:picMk id="5" creationId="{ACA5562B-9E60-516B-75D4-0E111A6ED4C6}"/>
          </ac:picMkLst>
        </pc:picChg>
        <pc:picChg chg="add mod">
          <ac:chgData name="Sebastian Schulz" userId="7b9eb8de-fba4-4de7-9449-93f55919c255" providerId="ADAL" clId="{1D6250A4-E3D4-E945-AE4C-F3A4204F181B}" dt="2025-05-25T20:06:13.401" v="28437" actId="1076"/>
          <ac:picMkLst>
            <pc:docMk/>
            <pc:sldMk cId="3009746154" sldId="327"/>
            <ac:picMk id="1026" creationId="{B5A193DD-78C1-DD68-7D74-81BAB8DFEE60}"/>
          </ac:picMkLst>
        </pc:picChg>
      </pc:sldChg>
      <pc:sldChg chg="addSp delSp modSp add mod ord modShow">
        <pc:chgData name="Sebastian Schulz" userId="7b9eb8de-fba4-4de7-9449-93f55919c255" providerId="ADAL" clId="{1D6250A4-E3D4-E945-AE4C-F3A4204F181B}" dt="2025-05-26T10:41:16.108" v="28808" actId="729"/>
        <pc:sldMkLst>
          <pc:docMk/>
          <pc:sldMk cId="1912902749" sldId="328"/>
        </pc:sldMkLst>
        <pc:spChg chg="add mod">
          <ac:chgData name="Sebastian Schulz" userId="7b9eb8de-fba4-4de7-9449-93f55919c255" providerId="ADAL" clId="{1D6250A4-E3D4-E945-AE4C-F3A4204F181B}" dt="2025-05-26T10:39:39.249" v="28806"/>
          <ac:spMkLst>
            <pc:docMk/>
            <pc:sldMk cId="1912902749" sldId="328"/>
            <ac:spMk id="6" creationId="{937F4CB9-E6FE-34AF-9C3F-978183D4B24A}"/>
          </ac:spMkLst>
        </pc:spChg>
        <pc:spChg chg="del">
          <ac:chgData name="Sebastian Schulz" userId="7b9eb8de-fba4-4de7-9449-93f55919c255" providerId="ADAL" clId="{1D6250A4-E3D4-E945-AE4C-F3A4204F181B}" dt="2025-05-26T10:38:18.950" v="28791" actId="478"/>
          <ac:spMkLst>
            <pc:docMk/>
            <pc:sldMk cId="1912902749" sldId="328"/>
            <ac:spMk id="7" creationId="{9AAADBFB-ADE4-83EF-FB94-EDD4B043F251}"/>
          </ac:spMkLst>
        </pc:spChg>
        <pc:spChg chg="del">
          <ac:chgData name="Sebastian Schulz" userId="7b9eb8de-fba4-4de7-9449-93f55919c255" providerId="ADAL" clId="{1D6250A4-E3D4-E945-AE4C-F3A4204F181B}" dt="2025-05-26T10:38:17.421" v="28790" actId="478"/>
          <ac:spMkLst>
            <pc:docMk/>
            <pc:sldMk cId="1912902749" sldId="328"/>
            <ac:spMk id="9" creationId="{074B484A-47F8-CAA4-4E25-16FCE70A3F35}"/>
          </ac:spMkLst>
        </pc:spChg>
        <pc:picChg chg="add mod">
          <ac:chgData name="Sebastian Schulz" userId="7b9eb8de-fba4-4de7-9449-93f55919c255" providerId="ADAL" clId="{1D6250A4-E3D4-E945-AE4C-F3A4204F181B}" dt="2025-05-26T10:38:37.857" v="28794" actId="1076"/>
          <ac:picMkLst>
            <pc:docMk/>
            <pc:sldMk cId="1912902749" sldId="328"/>
            <ac:picMk id="3" creationId="{B246C521-1EFD-E664-5F54-47A518B2FC14}"/>
          </ac:picMkLst>
        </pc:picChg>
        <pc:picChg chg="del">
          <ac:chgData name="Sebastian Schulz" userId="7b9eb8de-fba4-4de7-9449-93f55919c255" providerId="ADAL" clId="{1D6250A4-E3D4-E945-AE4C-F3A4204F181B}" dt="2025-05-26T10:38:15.495" v="28789" actId="478"/>
          <ac:picMkLst>
            <pc:docMk/>
            <pc:sldMk cId="1912902749" sldId="328"/>
            <ac:picMk id="5" creationId="{0DA099BB-A2AB-5588-0D7E-11E1A04A78FE}"/>
          </ac:picMkLst>
        </pc:picChg>
      </pc:sldChg>
      <pc:sldChg chg="addSp delSp modSp add mod ord modShow">
        <pc:chgData name="Sebastian Schulz" userId="7b9eb8de-fba4-4de7-9449-93f55919c255" providerId="ADAL" clId="{1D6250A4-E3D4-E945-AE4C-F3A4204F181B}" dt="2025-05-26T10:41:16.108" v="28808" actId="729"/>
        <pc:sldMkLst>
          <pc:docMk/>
          <pc:sldMk cId="2735179111" sldId="329"/>
        </pc:sldMkLst>
        <pc:spChg chg="add mod">
          <ac:chgData name="Sebastian Schulz" userId="7b9eb8de-fba4-4de7-9449-93f55919c255" providerId="ADAL" clId="{1D6250A4-E3D4-E945-AE4C-F3A4204F181B}" dt="2025-05-26T10:39:36.093" v="28805" actId="404"/>
          <ac:spMkLst>
            <pc:docMk/>
            <pc:sldMk cId="2735179111" sldId="329"/>
            <ac:spMk id="7" creationId="{C6EF7E3A-8ADE-FB47-A267-765B37A205FD}"/>
          </ac:spMkLst>
        </pc:spChg>
        <pc:picChg chg="del">
          <ac:chgData name="Sebastian Schulz" userId="7b9eb8de-fba4-4de7-9449-93f55919c255" providerId="ADAL" clId="{1D6250A4-E3D4-E945-AE4C-F3A4204F181B}" dt="2025-05-26T10:38:45.506" v="28796" actId="478"/>
          <ac:picMkLst>
            <pc:docMk/>
            <pc:sldMk cId="2735179111" sldId="329"/>
            <ac:picMk id="3" creationId="{17DB3CA1-3DB1-3447-0591-56ADCA422C63}"/>
          </ac:picMkLst>
        </pc:picChg>
        <pc:picChg chg="add mod">
          <ac:chgData name="Sebastian Schulz" userId="7b9eb8de-fba4-4de7-9449-93f55919c255" providerId="ADAL" clId="{1D6250A4-E3D4-E945-AE4C-F3A4204F181B}" dt="2025-05-26T10:39:04.513" v="28798" actId="1076"/>
          <ac:picMkLst>
            <pc:docMk/>
            <pc:sldMk cId="2735179111" sldId="329"/>
            <ac:picMk id="5" creationId="{28775FE2-D65A-2BEE-6A0C-CFC453306620}"/>
          </ac:picMkLst>
        </pc:picChg>
      </pc:sldChg>
      <pc:sldChg chg="add">
        <pc:chgData name="Sebastian Schulz" userId="7b9eb8de-fba4-4de7-9449-93f55919c255" providerId="ADAL" clId="{1D6250A4-E3D4-E945-AE4C-F3A4204F181B}" dt="2025-05-26T10:58:19.733" v="28809"/>
        <pc:sldMkLst>
          <pc:docMk/>
          <pc:sldMk cId="4005062799" sldId="395"/>
        </pc:sldMkLst>
      </pc:sldChg>
      <pc:sldChg chg="addSp delSp modSp add mod">
        <pc:chgData name="Sebastian Schulz" userId="7b9eb8de-fba4-4de7-9449-93f55919c255" providerId="ADAL" clId="{1D6250A4-E3D4-E945-AE4C-F3A4204F181B}" dt="2025-05-26T19:51:37.093" v="31122" actId="20577"/>
        <pc:sldMkLst>
          <pc:docMk/>
          <pc:sldMk cId="4186072914" sldId="396"/>
        </pc:sldMkLst>
        <pc:spChg chg="mod">
          <ac:chgData name="Sebastian Schulz" userId="7b9eb8de-fba4-4de7-9449-93f55919c255" providerId="ADAL" clId="{1D6250A4-E3D4-E945-AE4C-F3A4204F181B}" dt="2025-05-26T18:54:02.999" v="30535" actId="1036"/>
          <ac:spMkLst>
            <pc:docMk/>
            <pc:sldMk cId="4186072914" sldId="396"/>
            <ac:spMk id="3" creationId="{95811B18-78E2-00FA-080A-733CA771CA16}"/>
          </ac:spMkLst>
        </pc:spChg>
        <pc:spChg chg="mod">
          <ac:chgData name="Sebastian Schulz" userId="7b9eb8de-fba4-4de7-9449-93f55919c255" providerId="ADAL" clId="{1D6250A4-E3D4-E945-AE4C-F3A4204F181B}" dt="2025-05-26T18:54:02.999" v="30535" actId="1036"/>
          <ac:spMkLst>
            <pc:docMk/>
            <pc:sldMk cId="4186072914" sldId="396"/>
            <ac:spMk id="7" creationId="{4425CAF9-5313-3B84-F81B-C88D2121CD47}"/>
          </ac:spMkLst>
        </pc:spChg>
        <pc:spChg chg="mod">
          <ac:chgData name="Sebastian Schulz" userId="7b9eb8de-fba4-4de7-9449-93f55919c255" providerId="ADAL" clId="{1D6250A4-E3D4-E945-AE4C-F3A4204F181B}" dt="2025-05-26T18:54:02.999" v="30535" actId="1036"/>
          <ac:spMkLst>
            <pc:docMk/>
            <pc:sldMk cId="4186072914" sldId="396"/>
            <ac:spMk id="8" creationId="{A65010F5-E7EE-DD8B-D1F4-C8022672AB9C}"/>
          </ac:spMkLst>
        </pc:spChg>
        <pc:spChg chg="del mod">
          <ac:chgData name="Sebastian Schulz" userId="7b9eb8de-fba4-4de7-9449-93f55919c255" providerId="ADAL" clId="{1D6250A4-E3D4-E945-AE4C-F3A4204F181B}" dt="2025-05-26T18:51:37.584" v="30488" actId="478"/>
          <ac:spMkLst>
            <pc:docMk/>
            <pc:sldMk cId="4186072914" sldId="396"/>
            <ac:spMk id="10" creationId="{62B0AD71-840A-4587-1EDE-E64646300905}"/>
          </ac:spMkLst>
        </pc:spChg>
        <pc:spChg chg="del mod">
          <ac:chgData name="Sebastian Schulz" userId="7b9eb8de-fba4-4de7-9449-93f55919c255" providerId="ADAL" clId="{1D6250A4-E3D4-E945-AE4C-F3A4204F181B}" dt="2025-05-26T18:53:21.498" v="30512" actId="478"/>
          <ac:spMkLst>
            <pc:docMk/>
            <pc:sldMk cId="4186072914" sldId="396"/>
            <ac:spMk id="12" creationId="{DAFE29DB-0E4D-454C-5C11-2D741D56B635}"/>
          </ac:spMkLst>
        </pc:spChg>
        <pc:spChg chg="mod">
          <ac:chgData name="Sebastian Schulz" userId="7b9eb8de-fba4-4de7-9449-93f55919c255" providerId="ADAL" clId="{1D6250A4-E3D4-E945-AE4C-F3A4204F181B}" dt="2025-05-26T19:51:37.093" v="31122" actId="20577"/>
          <ac:spMkLst>
            <pc:docMk/>
            <pc:sldMk cId="4186072914" sldId="396"/>
            <ac:spMk id="14" creationId="{42443837-BD67-AA8D-C774-B52A06205273}"/>
          </ac:spMkLst>
        </pc:spChg>
        <pc:spChg chg="del">
          <ac:chgData name="Sebastian Schulz" userId="7b9eb8de-fba4-4de7-9449-93f55919c255" providerId="ADAL" clId="{1D6250A4-E3D4-E945-AE4C-F3A4204F181B}" dt="2025-05-26T18:52:08.176" v="30497" actId="478"/>
          <ac:spMkLst>
            <pc:docMk/>
            <pc:sldMk cId="4186072914" sldId="396"/>
            <ac:spMk id="18" creationId="{B193C5AC-B61C-377E-D840-8E747338741D}"/>
          </ac:spMkLst>
        </pc:spChg>
        <pc:spChg chg="del">
          <ac:chgData name="Sebastian Schulz" userId="7b9eb8de-fba4-4de7-9449-93f55919c255" providerId="ADAL" clId="{1D6250A4-E3D4-E945-AE4C-F3A4204F181B}" dt="2025-05-26T18:52:08.176" v="30497" actId="478"/>
          <ac:spMkLst>
            <pc:docMk/>
            <pc:sldMk cId="4186072914" sldId="396"/>
            <ac:spMk id="21" creationId="{0FD63C5F-5B0E-FC29-FC5E-2B50675F4CD0}"/>
          </ac:spMkLst>
        </pc:spChg>
        <pc:spChg chg="del">
          <ac:chgData name="Sebastian Schulz" userId="7b9eb8de-fba4-4de7-9449-93f55919c255" providerId="ADAL" clId="{1D6250A4-E3D4-E945-AE4C-F3A4204F181B}" dt="2025-05-26T18:51:40.069" v="30489" actId="478"/>
          <ac:spMkLst>
            <pc:docMk/>
            <pc:sldMk cId="4186072914" sldId="396"/>
            <ac:spMk id="23" creationId="{2523E604-C6DD-469A-BEE1-2B140A170DFF}"/>
          </ac:spMkLst>
        </pc:spChg>
        <pc:spChg chg="del">
          <ac:chgData name="Sebastian Schulz" userId="7b9eb8de-fba4-4de7-9449-93f55919c255" providerId="ADAL" clId="{1D6250A4-E3D4-E945-AE4C-F3A4204F181B}" dt="2025-05-26T18:52:04.347" v="30495" actId="478"/>
          <ac:spMkLst>
            <pc:docMk/>
            <pc:sldMk cId="4186072914" sldId="396"/>
            <ac:spMk id="27" creationId="{37D6D0E3-01E8-7062-7886-9FE989F7FE00}"/>
          </ac:spMkLst>
        </pc:spChg>
        <pc:spChg chg="add mod">
          <ac:chgData name="Sebastian Schulz" userId="7b9eb8de-fba4-4de7-9449-93f55919c255" providerId="ADAL" clId="{1D6250A4-E3D4-E945-AE4C-F3A4204F181B}" dt="2025-05-26T18:54:02.999" v="30535" actId="1036"/>
          <ac:spMkLst>
            <pc:docMk/>
            <pc:sldMk cId="4186072914" sldId="396"/>
            <ac:spMk id="28" creationId="{47BD0995-9382-5A9B-67A4-84F279C5BD63}"/>
          </ac:spMkLst>
        </pc:spChg>
        <pc:spChg chg="add mod">
          <ac:chgData name="Sebastian Schulz" userId="7b9eb8de-fba4-4de7-9449-93f55919c255" providerId="ADAL" clId="{1D6250A4-E3D4-E945-AE4C-F3A4204F181B}" dt="2025-05-26T18:54:02.999" v="30535" actId="1036"/>
          <ac:spMkLst>
            <pc:docMk/>
            <pc:sldMk cId="4186072914" sldId="396"/>
            <ac:spMk id="33" creationId="{97A3F257-2441-56C7-EEBF-A3B2BB383150}"/>
          </ac:spMkLst>
        </pc:spChg>
        <pc:spChg chg="add mod">
          <ac:chgData name="Sebastian Schulz" userId="7b9eb8de-fba4-4de7-9449-93f55919c255" providerId="ADAL" clId="{1D6250A4-E3D4-E945-AE4C-F3A4204F181B}" dt="2025-05-26T18:54:02.999" v="30535" actId="1036"/>
          <ac:spMkLst>
            <pc:docMk/>
            <pc:sldMk cId="4186072914" sldId="396"/>
            <ac:spMk id="34" creationId="{865E415C-7F72-418F-E7C6-99A4E17B468A}"/>
          </ac:spMkLst>
        </pc:spChg>
        <pc:spChg chg="add del mod">
          <ac:chgData name="Sebastian Schulz" userId="7b9eb8de-fba4-4de7-9449-93f55919c255" providerId="ADAL" clId="{1D6250A4-E3D4-E945-AE4C-F3A4204F181B}" dt="2025-05-26T18:53:40.061" v="30518" actId="478"/>
          <ac:spMkLst>
            <pc:docMk/>
            <pc:sldMk cId="4186072914" sldId="396"/>
            <ac:spMk id="36" creationId="{53C19406-4F4F-F5E4-21B4-A915ECDF7143}"/>
          </ac:spMkLst>
        </pc:spChg>
        <pc:spChg chg="add mod">
          <ac:chgData name="Sebastian Schulz" userId="7b9eb8de-fba4-4de7-9449-93f55919c255" providerId="ADAL" clId="{1D6250A4-E3D4-E945-AE4C-F3A4204F181B}" dt="2025-05-26T18:54:02.999" v="30535" actId="1036"/>
          <ac:spMkLst>
            <pc:docMk/>
            <pc:sldMk cId="4186072914" sldId="396"/>
            <ac:spMk id="38" creationId="{7233D0A7-7DC4-2DEE-054A-EDF27A298AF3}"/>
          </ac:spMkLst>
        </pc:spChg>
        <pc:spChg chg="add del mod">
          <ac:chgData name="Sebastian Schulz" userId="7b9eb8de-fba4-4de7-9449-93f55919c255" providerId="ADAL" clId="{1D6250A4-E3D4-E945-AE4C-F3A4204F181B}" dt="2025-05-26T18:53:40.061" v="30518" actId="478"/>
          <ac:spMkLst>
            <pc:docMk/>
            <pc:sldMk cId="4186072914" sldId="396"/>
            <ac:spMk id="39" creationId="{91A17FDE-C9D1-F921-907F-BCD9B415CB16}"/>
          </ac:spMkLst>
        </pc:spChg>
        <pc:spChg chg="add mod">
          <ac:chgData name="Sebastian Schulz" userId="7b9eb8de-fba4-4de7-9449-93f55919c255" providerId="ADAL" clId="{1D6250A4-E3D4-E945-AE4C-F3A4204F181B}" dt="2025-05-26T18:54:02.999" v="30535" actId="1036"/>
          <ac:spMkLst>
            <pc:docMk/>
            <pc:sldMk cId="4186072914" sldId="396"/>
            <ac:spMk id="42" creationId="{E48EF5DB-0E2C-26E6-E1E2-14335828A56A}"/>
          </ac:spMkLst>
        </pc:spChg>
        <pc:spChg chg="add mod">
          <ac:chgData name="Sebastian Schulz" userId="7b9eb8de-fba4-4de7-9449-93f55919c255" providerId="ADAL" clId="{1D6250A4-E3D4-E945-AE4C-F3A4204F181B}" dt="2025-05-26T18:54:02.999" v="30535" actId="1036"/>
          <ac:spMkLst>
            <pc:docMk/>
            <pc:sldMk cId="4186072914" sldId="396"/>
            <ac:spMk id="44" creationId="{BC128C35-10B0-FC15-B6EE-B46B802B2D44}"/>
          </ac:spMkLst>
        </pc:spChg>
        <pc:spChg chg="add mod">
          <ac:chgData name="Sebastian Schulz" userId="7b9eb8de-fba4-4de7-9449-93f55919c255" providerId="ADAL" clId="{1D6250A4-E3D4-E945-AE4C-F3A4204F181B}" dt="2025-05-26T18:54:02.999" v="30535" actId="1036"/>
          <ac:spMkLst>
            <pc:docMk/>
            <pc:sldMk cId="4186072914" sldId="396"/>
            <ac:spMk id="46" creationId="{CD01A56B-E113-D541-2576-C6FEFB98AA7A}"/>
          </ac:spMkLst>
        </pc:spChg>
        <pc:cxnChg chg="del mod">
          <ac:chgData name="Sebastian Schulz" userId="7b9eb8de-fba4-4de7-9449-93f55919c255" providerId="ADAL" clId="{1D6250A4-E3D4-E945-AE4C-F3A4204F181B}" dt="2025-05-26T18:48:27.916" v="30388" actId="478"/>
          <ac:cxnSpMkLst>
            <pc:docMk/>
            <pc:sldMk cId="4186072914" sldId="396"/>
            <ac:cxnSpMk id="9" creationId="{1F97886C-07DA-B488-B812-7E9E22BD659B}"/>
          </ac:cxnSpMkLst>
        </pc:cxnChg>
        <pc:cxnChg chg="add mod">
          <ac:chgData name="Sebastian Schulz" userId="7b9eb8de-fba4-4de7-9449-93f55919c255" providerId="ADAL" clId="{1D6250A4-E3D4-E945-AE4C-F3A4204F181B}" dt="2025-05-26T18:54:02.999" v="30535" actId="1036"/>
          <ac:cxnSpMkLst>
            <pc:docMk/>
            <pc:sldMk cId="4186072914" sldId="396"/>
            <ac:cxnSpMk id="15" creationId="{3EA7A7B2-376F-AFD8-05ED-0FD29E7C24AD}"/>
          </ac:cxnSpMkLst>
        </pc:cxnChg>
        <pc:cxnChg chg="del">
          <ac:chgData name="Sebastian Schulz" userId="7b9eb8de-fba4-4de7-9449-93f55919c255" providerId="ADAL" clId="{1D6250A4-E3D4-E945-AE4C-F3A4204F181B}" dt="2025-05-26T18:48:30.320" v="30389" actId="478"/>
          <ac:cxnSpMkLst>
            <pc:docMk/>
            <pc:sldMk cId="4186072914" sldId="396"/>
            <ac:cxnSpMk id="17" creationId="{1B554358-DEEC-877F-D103-90655560E719}"/>
          </ac:cxnSpMkLst>
        </pc:cxnChg>
        <pc:cxnChg chg="del mod">
          <ac:chgData name="Sebastian Schulz" userId="7b9eb8de-fba4-4de7-9449-93f55919c255" providerId="ADAL" clId="{1D6250A4-E3D4-E945-AE4C-F3A4204F181B}" dt="2025-05-26T18:51:47.749" v="30491" actId="478"/>
          <ac:cxnSpMkLst>
            <pc:docMk/>
            <pc:sldMk cId="4186072914" sldId="396"/>
            <ac:cxnSpMk id="19" creationId="{2D6C4D55-2A56-65BA-4ED1-95414A500F7A}"/>
          </ac:cxnSpMkLst>
        </pc:cxnChg>
        <pc:cxnChg chg="mod">
          <ac:chgData name="Sebastian Schulz" userId="7b9eb8de-fba4-4de7-9449-93f55919c255" providerId="ADAL" clId="{1D6250A4-E3D4-E945-AE4C-F3A4204F181B}" dt="2025-05-26T18:54:02.999" v="30535" actId="1036"/>
          <ac:cxnSpMkLst>
            <pc:docMk/>
            <pc:sldMk cId="4186072914" sldId="396"/>
            <ac:cxnSpMk id="20" creationId="{6E7C43A4-17F4-54DD-9E90-FA7EA02D800F}"/>
          </ac:cxnSpMkLst>
        </pc:cxnChg>
        <pc:cxnChg chg="del">
          <ac:chgData name="Sebastian Schulz" userId="7b9eb8de-fba4-4de7-9449-93f55919c255" providerId="ADAL" clId="{1D6250A4-E3D4-E945-AE4C-F3A4204F181B}" dt="2025-05-26T18:52:04.347" v="30495" actId="478"/>
          <ac:cxnSpMkLst>
            <pc:docMk/>
            <pc:sldMk cId="4186072914" sldId="396"/>
            <ac:cxnSpMk id="24" creationId="{9DAC9643-1B3E-21BD-5D6A-013A8958D0FE}"/>
          </ac:cxnSpMkLst>
        </pc:cxnChg>
        <pc:cxnChg chg="del">
          <ac:chgData name="Sebastian Schulz" userId="7b9eb8de-fba4-4de7-9449-93f55919c255" providerId="ADAL" clId="{1D6250A4-E3D4-E945-AE4C-F3A4204F181B}" dt="2025-05-26T18:52:05.737" v="30496" actId="478"/>
          <ac:cxnSpMkLst>
            <pc:docMk/>
            <pc:sldMk cId="4186072914" sldId="396"/>
            <ac:cxnSpMk id="25" creationId="{348ED049-ABD9-D0F7-F98F-6306BA486BCF}"/>
          </ac:cxnSpMkLst>
        </pc:cxnChg>
        <pc:cxnChg chg="add mod">
          <ac:chgData name="Sebastian Schulz" userId="7b9eb8de-fba4-4de7-9449-93f55919c255" providerId="ADAL" clId="{1D6250A4-E3D4-E945-AE4C-F3A4204F181B}" dt="2025-05-26T18:54:02.999" v="30535" actId="1036"/>
          <ac:cxnSpMkLst>
            <pc:docMk/>
            <pc:sldMk cId="4186072914" sldId="396"/>
            <ac:cxnSpMk id="35" creationId="{554486E8-2A0A-5D37-0B99-4B7EDDBA6013}"/>
          </ac:cxnSpMkLst>
        </pc:cxnChg>
        <pc:cxnChg chg="add mod">
          <ac:chgData name="Sebastian Schulz" userId="7b9eb8de-fba4-4de7-9449-93f55919c255" providerId="ADAL" clId="{1D6250A4-E3D4-E945-AE4C-F3A4204F181B}" dt="2025-05-26T18:54:02.999" v="30535" actId="1036"/>
          <ac:cxnSpMkLst>
            <pc:docMk/>
            <pc:sldMk cId="4186072914" sldId="396"/>
            <ac:cxnSpMk id="37" creationId="{61A6BEA1-AEA7-D37E-1C59-D8D2D970804C}"/>
          </ac:cxnSpMkLst>
        </pc:cxnChg>
        <pc:cxnChg chg="add mod">
          <ac:chgData name="Sebastian Schulz" userId="7b9eb8de-fba4-4de7-9449-93f55919c255" providerId="ADAL" clId="{1D6250A4-E3D4-E945-AE4C-F3A4204F181B}" dt="2025-05-26T18:54:02.999" v="30535" actId="1036"/>
          <ac:cxnSpMkLst>
            <pc:docMk/>
            <pc:sldMk cId="4186072914" sldId="396"/>
            <ac:cxnSpMk id="41" creationId="{B056D8C0-B978-0C9F-80A9-02FA40006578}"/>
          </ac:cxnSpMkLst>
        </pc:cxnChg>
        <pc:cxnChg chg="add mod">
          <ac:chgData name="Sebastian Schulz" userId="7b9eb8de-fba4-4de7-9449-93f55919c255" providerId="ADAL" clId="{1D6250A4-E3D4-E945-AE4C-F3A4204F181B}" dt="2025-05-26T18:54:02.999" v="30535" actId="1036"/>
          <ac:cxnSpMkLst>
            <pc:docMk/>
            <pc:sldMk cId="4186072914" sldId="396"/>
            <ac:cxnSpMk id="43" creationId="{79C4313F-715E-7CDA-5DA3-ADE8B55CE272}"/>
          </ac:cxnSpMkLst>
        </pc:cxnChg>
        <pc:cxnChg chg="add mod">
          <ac:chgData name="Sebastian Schulz" userId="7b9eb8de-fba4-4de7-9449-93f55919c255" providerId="ADAL" clId="{1D6250A4-E3D4-E945-AE4C-F3A4204F181B}" dt="2025-05-26T18:54:02.999" v="30535" actId="1036"/>
          <ac:cxnSpMkLst>
            <pc:docMk/>
            <pc:sldMk cId="4186072914" sldId="396"/>
            <ac:cxnSpMk id="45" creationId="{F4719A71-079E-E593-F4ED-D552D3E691EE}"/>
          </ac:cxnSpMkLst>
        </pc:cxnChg>
        <pc:cxnChg chg="add mod">
          <ac:chgData name="Sebastian Schulz" userId="7b9eb8de-fba4-4de7-9449-93f55919c255" providerId="ADAL" clId="{1D6250A4-E3D4-E945-AE4C-F3A4204F181B}" dt="2025-05-26T18:54:02.999" v="30535" actId="1036"/>
          <ac:cxnSpMkLst>
            <pc:docMk/>
            <pc:sldMk cId="4186072914" sldId="396"/>
            <ac:cxnSpMk id="47" creationId="{04DD3B0A-03C7-2379-5584-0BA7C160F884}"/>
          </ac:cxnSpMkLst>
        </pc:cxnChg>
      </pc:sldChg>
    </pc:docChg>
  </pc:docChgLst>
  <pc:docChgLst>
    <pc:chgData name="Sebastian Schulz" userId="7b9eb8de-fba4-4de7-9449-93f55919c255" providerId="ADAL" clId="{AA6C152C-5E38-4A4E-BAFF-A847122FA2DF}"/>
    <pc:docChg chg="undo custSel addSld delSld modSld sldOrd addSection modSection">
      <pc:chgData name="Sebastian Schulz" userId="7b9eb8de-fba4-4de7-9449-93f55919c255" providerId="ADAL" clId="{AA6C152C-5E38-4A4E-BAFF-A847122FA2DF}" dt="2025-03-26T21:44:54.055" v="2785" actId="20577"/>
      <pc:docMkLst>
        <pc:docMk/>
      </pc:docMkLst>
      <pc:sldChg chg="modSp mod">
        <pc:chgData name="Sebastian Schulz" userId="7b9eb8de-fba4-4de7-9449-93f55919c255" providerId="ADAL" clId="{AA6C152C-5E38-4A4E-BAFF-A847122FA2DF}" dt="2025-03-26T21:05:16.340" v="40" actId="20577"/>
        <pc:sldMkLst>
          <pc:docMk/>
          <pc:sldMk cId="501335874" sldId="257"/>
        </pc:sldMkLst>
        <pc:spChg chg="mod">
          <ac:chgData name="Sebastian Schulz" userId="7b9eb8de-fba4-4de7-9449-93f55919c255" providerId="ADAL" clId="{AA6C152C-5E38-4A4E-BAFF-A847122FA2DF}" dt="2025-03-26T21:05:16.340" v="40" actId="20577"/>
          <ac:spMkLst>
            <pc:docMk/>
            <pc:sldMk cId="501335874" sldId="257"/>
            <ac:spMk id="2" creationId="{C5458506-9952-11FC-630C-65DBFF22A222}"/>
          </ac:spMkLst>
        </pc:spChg>
      </pc:sldChg>
      <pc:sldChg chg="modSp new mod">
        <pc:chgData name="Sebastian Schulz" userId="7b9eb8de-fba4-4de7-9449-93f55919c255" providerId="ADAL" clId="{AA6C152C-5E38-4A4E-BAFF-A847122FA2DF}" dt="2025-03-26T21:05:48.236" v="131" actId="20577"/>
        <pc:sldMkLst>
          <pc:docMk/>
          <pc:sldMk cId="1336506804" sldId="258"/>
        </pc:sldMkLst>
        <pc:spChg chg="mod">
          <ac:chgData name="Sebastian Schulz" userId="7b9eb8de-fba4-4de7-9449-93f55919c255" providerId="ADAL" clId="{AA6C152C-5E38-4A4E-BAFF-A847122FA2DF}" dt="2025-03-26T21:05:48.236" v="131" actId="20577"/>
          <ac:spMkLst>
            <pc:docMk/>
            <pc:sldMk cId="1336506804" sldId="258"/>
            <ac:spMk id="2" creationId="{EA008783-0ABF-24E3-2F91-49661922BFDF}"/>
          </ac:spMkLst>
        </pc:spChg>
      </pc:sldChg>
      <pc:sldChg chg="modSp new mod">
        <pc:chgData name="Sebastian Schulz" userId="7b9eb8de-fba4-4de7-9449-93f55919c255" providerId="ADAL" clId="{AA6C152C-5E38-4A4E-BAFF-A847122FA2DF}" dt="2025-03-26T21:07:45.107" v="350" actId="20577"/>
        <pc:sldMkLst>
          <pc:docMk/>
          <pc:sldMk cId="1482843614" sldId="259"/>
        </pc:sldMkLst>
        <pc:spChg chg="mod">
          <ac:chgData name="Sebastian Schulz" userId="7b9eb8de-fba4-4de7-9449-93f55919c255" providerId="ADAL" clId="{AA6C152C-5E38-4A4E-BAFF-A847122FA2DF}" dt="2025-03-26T21:07:07.917" v="308" actId="20577"/>
          <ac:spMkLst>
            <pc:docMk/>
            <pc:sldMk cId="1482843614" sldId="259"/>
            <ac:spMk id="2" creationId="{4F151F23-BFCF-8979-D9B0-0BE6E80ADA26}"/>
          </ac:spMkLst>
        </pc:spChg>
        <pc:spChg chg="mod">
          <ac:chgData name="Sebastian Schulz" userId="7b9eb8de-fba4-4de7-9449-93f55919c255" providerId="ADAL" clId="{AA6C152C-5E38-4A4E-BAFF-A847122FA2DF}" dt="2025-03-26T21:07:45.107" v="350" actId="20577"/>
          <ac:spMkLst>
            <pc:docMk/>
            <pc:sldMk cId="1482843614" sldId="259"/>
            <ac:spMk id="3" creationId="{A255008D-1BE7-F4BB-BF48-34E0AF6C5923}"/>
          </ac:spMkLst>
        </pc:spChg>
      </pc:sldChg>
      <pc:sldChg chg="modSp new mod">
        <pc:chgData name="Sebastian Schulz" userId="7b9eb8de-fba4-4de7-9449-93f55919c255" providerId="ADAL" clId="{AA6C152C-5E38-4A4E-BAFF-A847122FA2DF}" dt="2025-03-26T21:11:40.438" v="764" actId="14100"/>
        <pc:sldMkLst>
          <pc:docMk/>
          <pc:sldMk cId="4085251151" sldId="260"/>
        </pc:sldMkLst>
        <pc:spChg chg="mod">
          <ac:chgData name="Sebastian Schulz" userId="7b9eb8de-fba4-4de7-9449-93f55919c255" providerId="ADAL" clId="{AA6C152C-5E38-4A4E-BAFF-A847122FA2DF}" dt="2025-03-26T21:11:40.438" v="764" actId="14100"/>
          <ac:spMkLst>
            <pc:docMk/>
            <pc:sldMk cId="4085251151" sldId="260"/>
            <ac:spMk id="2" creationId="{09A1903B-6E7E-61E3-DDCC-3D847BDDFF89}"/>
          </ac:spMkLst>
        </pc:spChg>
      </pc:sldChg>
      <pc:sldChg chg="addSp delSp modSp new mod modCm">
        <pc:chgData name="Sebastian Schulz" userId="7b9eb8de-fba4-4de7-9449-93f55919c255" providerId="ADAL" clId="{AA6C152C-5E38-4A4E-BAFF-A847122FA2DF}" dt="2025-03-26T21:31:32.970" v="2303"/>
        <pc:sldMkLst>
          <pc:docMk/>
          <pc:sldMk cId="4021738019" sldId="261"/>
        </pc:sldMkLst>
        <pc:spChg chg="mod">
          <ac:chgData name="Sebastian Schulz" userId="7b9eb8de-fba4-4de7-9449-93f55919c255" providerId="ADAL" clId="{AA6C152C-5E38-4A4E-BAFF-A847122FA2DF}" dt="2025-03-26T21:08:25.321" v="449" actId="20577"/>
          <ac:spMkLst>
            <pc:docMk/>
            <pc:sldMk cId="4021738019" sldId="261"/>
            <ac:spMk id="2" creationId="{769B82C7-C14A-242B-F1A1-96E9586AC34A}"/>
          </ac:spMkLst>
        </pc:spChg>
        <pc:spChg chg="mod">
          <ac:chgData name="Sebastian Schulz" userId="7b9eb8de-fba4-4de7-9449-93f55919c255" providerId="ADAL" clId="{AA6C152C-5E38-4A4E-BAFF-A847122FA2DF}" dt="2025-03-26T21:31:26.797" v="2301" actId="27636"/>
          <ac:spMkLst>
            <pc:docMk/>
            <pc:sldMk cId="4021738019" sldId="261"/>
            <ac:spMk id="3" creationId="{0C55BD78-BA33-CC78-71E5-6AACE73EB74A}"/>
          </ac:spMkLst>
        </pc:spChg>
        <pc:spChg chg="add del mod">
          <ac:chgData name="Sebastian Schulz" userId="7b9eb8de-fba4-4de7-9449-93f55919c255" providerId="ADAL" clId="{AA6C152C-5E38-4A4E-BAFF-A847122FA2DF}" dt="2025-03-26T21:31:32.970" v="2303"/>
          <ac:spMkLst>
            <pc:docMk/>
            <pc:sldMk cId="4021738019" sldId="261"/>
            <ac:spMk id="5" creationId="{00FC8E07-BA81-E438-A9AA-29690651711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ebastian Schulz" userId="7b9eb8de-fba4-4de7-9449-93f55919c255" providerId="ADAL" clId="{AA6C152C-5E38-4A4E-BAFF-A847122FA2DF}" dt="2025-03-26T21:31:18.691" v="2293" actId="20577"/>
              <pc2:cmMkLst xmlns:pc2="http://schemas.microsoft.com/office/powerpoint/2019/9/main/command">
                <pc:docMk/>
                <pc:sldMk cId="4021738019" sldId="261"/>
                <pc2:cmMk id="{5725F7BD-3B2A-D845-BDC0-F1EE5140BFCA}"/>
              </pc2:cmMkLst>
            </pc226:cmChg>
          </p:ext>
        </pc:extLst>
      </pc:sldChg>
      <pc:sldChg chg="addSp delSp modSp new mod">
        <pc:chgData name="Sebastian Schulz" userId="7b9eb8de-fba4-4de7-9449-93f55919c255" providerId="ADAL" clId="{AA6C152C-5E38-4A4E-BAFF-A847122FA2DF}" dt="2025-03-26T21:24:30.267" v="1534" actId="20577"/>
        <pc:sldMkLst>
          <pc:docMk/>
          <pc:sldMk cId="30791385" sldId="262"/>
        </pc:sldMkLst>
        <pc:spChg chg="mod">
          <ac:chgData name="Sebastian Schulz" userId="7b9eb8de-fba4-4de7-9449-93f55919c255" providerId="ADAL" clId="{AA6C152C-5E38-4A4E-BAFF-A847122FA2DF}" dt="2025-03-26T21:24:30.267" v="1534" actId="20577"/>
          <ac:spMkLst>
            <pc:docMk/>
            <pc:sldMk cId="30791385" sldId="262"/>
            <ac:spMk id="2" creationId="{8CF9E829-0A45-5464-FA27-B8615A682CF8}"/>
          </ac:spMkLst>
        </pc:spChg>
        <pc:spChg chg="del">
          <ac:chgData name="Sebastian Schulz" userId="7b9eb8de-fba4-4de7-9449-93f55919c255" providerId="ADAL" clId="{AA6C152C-5E38-4A4E-BAFF-A847122FA2DF}" dt="2025-03-26T21:14:14.936" v="938" actId="478"/>
          <ac:spMkLst>
            <pc:docMk/>
            <pc:sldMk cId="30791385" sldId="262"/>
            <ac:spMk id="3" creationId="{26C359B2-744A-EF80-2CD7-EBCB6738B9F7}"/>
          </ac:spMkLst>
        </pc:spChg>
        <pc:spChg chg="add del">
          <ac:chgData name="Sebastian Schulz" userId="7b9eb8de-fba4-4de7-9449-93f55919c255" providerId="ADAL" clId="{AA6C152C-5E38-4A4E-BAFF-A847122FA2DF}" dt="2025-03-26T21:14:57.874" v="960" actId="22"/>
          <ac:spMkLst>
            <pc:docMk/>
            <pc:sldMk cId="30791385" sldId="262"/>
            <ac:spMk id="6" creationId="{E985AC6C-0073-8FB2-91FF-935FC1652946}"/>
          </ac:spMkLst>
        </pc:spChg>
        <pc:spChg chg="add mod">
          <ac:chgData name="Sebastian Schulz" userId="7b9eb8de-fba4-4de7-9449-93f55919c255" providerId="ADAL" clId="{AA6C152C-5E38-4A4E-BAFF-A847122FA2DF}" dt="2025-03-26T21:17:12.006" v="983" actId="1076"/>
          <ac:spMkLst>
            <pc:docMk/>
            <pc:sldMk cId="30791385" sldId="262"/>
            <ac:spMk id="10" creationId="{5668FB0F-F735-870A-56B5-9601529F6A80}"/>
          </ac:spMkLst>
        </pc:spChg>
        <pc:picChg chg="add mod">
          <ac:chgData name="Sebastian Schulz" userId="7b9eb8de-fba4-4de7-9449-93f55919c255" providerId="ADAL" clId="{AA6C152C-5E38-4A4E-BAFF-A847122FA2DF}" dt="2025-03-26T21:16:37.688" v="966" actId="14100"/>
          <ac:picMkLst>
            <pc:docMk/>
            <pc:sldMk cId="30791385" sldId="262"/>
            <ac:picMk id="8" creationId="{AA970CBA-6EBC-EF65-7C32-FF55F8B64A46}"/>
          </ac:picMkLst>
        </pc:picChg>
      </pc:sldChg>
      <pc:sldChg chg="addSp delSp modSp add mod ord">
        <pc:chgData name="Sebastian Schulz" userId="7b9eb8de-fba4-4de7-9449-93f55919c255" providerId="ADAL" clId="{AA6C152C-5E38-4A4E-BAFF-A847122FA2DF}" dt="2025-03-26T21:44:33.412" v="2777" actId="20577"/>
        <pc:sldMkLst>
          <pc:docMk/>
          <pc:sldMk cId="3060244413" sldId="263"/>
        </pc:sldMkLst>
        <pc:spChg chg="add mod">
          <ac:chgData name="Sebastian Schulz" userId="7b9eb8de-fba4-4de7-9449-93f55919c255" providerId="ADAL" clId="{AA6C152C-5E38-4A4E-BAFF-A847122FA2DF}" dt="2025-03-26T21:44:33.412" v="2777" actId="20577"/>
          <ac:spMkLst>
            <pc:docMk/>
            <pc:sldMk cId="3060244413" sldId="263"/>
            <ac:spMk id="3" creationId="{534C6E2D-7F5F-DC2A-A275-DF7C4E428B57}"/>
          </ac:spMkLst>
        </pc:spChg>
        <pc:picChg chg="del">
          <ac:chgData name="Sebastian Schulz" userId="7b9eb8de-fba4-4de7-9449-93f55919c255" providerId="ADAL" clId="{AA6C152C-5E38-4A4E-BAFF-A847122FA2DF}" dt="2025-03-26T21:17:39.121" v="985" actId="478"/>
          <ac:picMkLst>
            <pc:docMk/>
            <pc:sldMk cId="3060244413" sldId="263"/>
            <ac:picMk id="8" creationId="{B6DE7D40-2F0F-38B2-647A-5F7CBFA856F9}"/>
          </ac:picMkLst>
        </pc:picChg>
      </pc:sldChg>
      <pc:sldChg chg="new del">
        <pc:chgData name="Sebastian Schulz" userId="7b9eb8de-fba4-4de7-9449-93f55919c255" providerId="ADAL" clId="{AA6C152C-5E38-4A4E-BAFF-A847122FA2DF}" dt="2025-03-26T21:18:10.353" v="1018" actId="2696"/>
        <pc:sldMkLst>
          <pc:docMk/>
          <pc:sldMk cId="1143401020" sldId="264"/>
        </pc:sldMkLst>
      </pc:sldChg>
      <pc:sldChg chg="modSp add mod">
        <pc:chgData name="Sebastian Schulz" userId="7b9eb8de-fba4-4de7-9449-93f55919c255" providerId="ADAL" clId="{AA6C152C-5E38-4A4E-BAFF-A847122FA2DF}" dt="2025-03-26T21:44:54.055" v="2785" actId="20577"/>
        <pc:sldMkLst>
          <pc:docMk/>
          <pc:sldMk cId="3405284256" sldId="264"/>
        </pc:sldMkLst>
        <pc:spChg chg="mod">
          <ac:chgData name="Sebastian Schulz" userId="7b9eb8de-fba4-4de7-9449-93f55919c255" providerId="ADAL" clId="{AA6C152C-5E38-4A4E-BAFF-A847122FA2DF}" dt="2025-03-26T21:18:32.340" v="1064" actId="20577"/>
          <ac:spMkLst>
            <pc:docMk/>
            <pc:sldMk cId="3405284256" sldId="264"/>
            <ac:spMk id="2" creationId="{2EAB9C3F-7972-69BE-4F0E-430FEE4CD56A}"/>
          </ac:spMkLst>
        </pc:spChg>
        <pc:spChg chg="mod">
          <ac:chgData name="Sebastian Schulz" userId="7b9eb8de-fba4-4de7-9449-93f55919c255" providerId="ADAL" clId="{AA6C152C-5E38-4A4E-BAFF-A847122FA2DF}" dt="2025-03-26T21:44:54.055" v="2785" actId="20577"/>
          <ac:spMkLst>
            <pc:docMk/>
            <pc:sldMk cId="3405284256" sldId="264"/>
            <ac:spMk id="3" creationId="{A9151D36-07FB-D53A-F4C5-F7CB8B5A96AD}"/>
          </ac:spMkLst>
        </pc:spChg>
      </pc:sldChg>
      <pc:sldChg chg="modSp new mod">
        <pc:chgData name="Sebastian Schulz" userId="7b9eb8de-fba4-4de7-9449-93f55919c255" providerId="ADAL" clId="{AA6C152C-5E38-4A4E-BAFF-A847122FA2DF}" dt="2025-03-26T21:33:49.961" v="2520" actId="20577"/>
        <pc:sldMkLst>
          <pc:docMk/>
          <pc:sldMk cId="2092246918" sldId="265"/>
        </pc:sldMkLst>
        <pc:spChg chg="mod">
          <ac:chgData name="Sebastian Schulz" userId="7b9eb8de-fba4-4de7-9449-93f55919c255" providerId="ADAL" clId="{AA6C152C-5E38-4A4E-BAFF-A847122FA2DF}" dt="2025-03-26T21:18:48.246" v="1087" actId="20577"/>
          <ac:spMkLst>
            <pc:docMk/>
            <pc:sldMk cId="2092246918" sldId="265"/>
            <ac:spMk id="2" creationId="{241C3B4E-6D24-78B7-4128-B3A37F8B5718}"/>
          </ac:spMkLst>
        </pc:spChg>
        <pc:spChg chg="mod">
          <ac:chgData name="Sebastian Schulz" userId="7b9eb8de-fba4-4de7-9449-93f55919c255" providerId="ADAL" clId="{AA6C152C-5E38-4A4E-BAFF-A847122FA2DF}" dt="2025-03-26T21:33:49.961" v="2520" actId="20577"/>
          <ac:spMkLst>
            <pc:docMk/>
            <pc:sldMk cId="2092246918" sldId="265"/>
            <ac:spMk id="3" creationId="{B049A46D-6D23-30AB-8FCD-03D3CB8064B2}"/>
          </ac:spMkLst>
        </pc:spChg>
      </pc:sldChg>
      <pc:sldChg chg="delSp modSp new mod">
        <pc:chgData name="Sebastian Schulz" userId="7b9eb8de-fba4-4de7-9449-93f55919c255" providerId="ADAL" clId="{AA6C152C-5E38-4A4E-BAFF-A847122FA2DF}" dt="2025-03-26T21:25:10.282" v="1581" actId="478"/>
        <pc:sldMkLst>
          <pc:docMk/>
          <pc:sldMk cId="2873378269" sldId="266"/>
        </pc:sldMkLst>
        <pc:spChg chg="mod">
          <ac:chgData name="Sebastian Schulz" userId="7b9eb8de-fba4-4de7-9449-93f55919c255" providerId="ADAL" clId="{AA6C152C-5E38-4A4E-BAFF-A847122FA2DF}" dt="2025-03-26T21:25:08.146" v="1580" actId="20577"/>
          <ac:spMkLst>
            <pc:docMk/>
            <pc:sldMk cId="2873378269" sldId="266"/>
            <ac:spMk id="2" creationId="{09A44FDF-B2AC-1456-3F3A-4DB68E5FC8C6}"/>
          </ac:spMkLst>
        </pc:spChg>
        <pc:spChg chg="del">
          <ac:chgData name="Sebastian Schulz" userId="7b9eb8de-fba4-4de7-9449-93f55919c255" providerId="ADAL" clId="{AA6C152C-5E38-4A4E-BAFF-A847122FA2DF}" dt="2025-03-26T21:25:10.282" v="1581" actId="478"/>
          <ac:spMkLst>
            <pc:docMk/>
            <pc:sldMk cId="2873378269" sldId="266"/>
            <ac:spMk id="3" creationId="{19E136DE-04EA-87A6-80C1-708B5D30540A}"/>
          </ac:spMkLst>
        </pc:spChg>
      </pc:sldChg>
      <pc:sldChg chg="modSp new mod">
        <pc:chgData name="Sebastian Schulz" userId="7b9eb8de-fba4-4de7-9449-93f55919c255" providerId="ADAL" clId="{AA6C152C-5E38-4A4E-BAFF-A847122FA2DF}" dt="2025-03-26T21:25:34.525" v="1615" actId="20577"/>
        <pc:sldMkLst>
          <pc:docMk/>
          <pc:sldMk cId="1937930577" sldId="267"/>
        </pc:sldMkLst>
        <pc:spChg chg="mod">
          <ac:chgData name="Sebastian Schulz" userId="7b9eb8de-fba4-4de7-9449-93f55919c255" providerId="ADAL" clId="{AA6C152C-5E38-4A4E-BAFF-A847122FA2DF}" dt="2025-03-26T21:25:34.525" v="1615" actId="20577"/>
          <ac:spMkLst>
            <pc:docMk/>
            <pc:sldMk cId="1937930577" sldId="267"/>
            <ac:spMk id="2" creationId="{E33B2D88-384A-FD84-23AE-78F373E672F8}"/>
          </ac:spMkLst>
        </pc:spChg>
      </pc:sldChg>
      <pc:sldChg chg="modSp new mod">
        <pc:chgData name="Sebastian Schulz" userId="7b9eb8de-fba4-4de7-9449-93f55919c255" providerId="ADAL" clId="{AA6C152C-5E38-4A4E-BAFF-A847122FA2DF}" dt="2025-03-26T21:25:54.583" v="1643" actId="20577"/>
        <pc:sldMkLst>
          <pc:docMk/>
          <pc:sldMk cId="1219216670" sldId="268"/>
        </pc:sldMkLst>
        <pc:spChg chg="mod">
          <ac:chgData name="Sebastian Schulz" userId="7b9eb8de-fba4-4de7-9449-93f55919c255" providerId="ADAL" clId="{AA6C152C-5E38-4A4E-BAFF-A847122FA2DF}" dt="2025-03-26T21:25:54.583" v="1643" actId="20577"/>
          <ac:spMkLst>
            <pc:docMk/>
            <pc:sldMk cId="1219216670" sldId="268"/>
            <ac:spMk id="2" creationId="{DDE82CFF-9392-1AF9-28B3-F265C2522F43}"/>
          </ac:spMkLst>
        </pc:spChg>
      </pc:sldChg>
      <pc:sldChg chg="modSp new mod">
        <pc:chgData name="Sebastian Schulz" userId="7b9eb8de-fba4-4de7-9449-93f55919c255" providerId="ADAL" clId="{AA6C152C-5E38-4A4E-BAFF-A847122FA2DF}" dt="2025-03-26T21:29:07.002" v="2043" actId="20577"/>
        <pc:sldMkLst>
          <pc:docMk/>
          <pc:sldMk cId="1828249157" sldId="269"/>
        </pc:sldMkLst>
        <pc:spChg chg="mod">
          <ac:chgData name="Sebastian Schulz" userId="7b9eb8de-fba4-4de7-9449-93f55919c255" providerId="ADAL" clId="{AA6C152C-5E38-4A4E-BAFF-A847122FA2DF}" dt="2025-03-26T21:26:22.014" v="1681" actId="20577"/>
          <ac:spMkLst>
            <pc:docMk/>
            <pc:sldMk cId="1828249157" sldId="269"/>
            <ac:spMk id="2" creationId="{DE9A54C1-B7E8-B5D6-7264-8141E75C6F46}"/>
          </ac:spMkLst>
        </pc:spChg>
        <pc:spChg chg="mod">
          <ac:chgData name="Sebastian Schulz" userId="7b9eb8de-fba4-4de7-9449-93f55919c255" providerId="ADAL" clId="{AA6C152C-5E38-4A4E-BAFF-A847122FA2DF}" dt="2025-03-26T21:29:07.002" v="2043" actId="20577"/>
          <ac:spMkLst>
            <pc:docMk/>
            <pc:sldMk cId="1828249157" sldId="269"/>
            <ac:spMk id="3" creationId="{7D73382C-F54C-F447-14FF-B76685C616BF}"/>
          </ac:spMkLst>
        </pc:spChg>
      </pc:sldChg>
      <pc:sldChg chg="modSp add mod">
        <pc:chgData name="Sebastian Schulz" userId="7b9eb8de-fba4-4de7-9449-93f55919c255" providerId="ADAL" clId="{AA6C152C-5E38-4A4E-BAFF-A847122FA2DF}" dt="2025-03-26T21:27:59.341" v="1923" actId="20577"/>
        <pc:sldMkLst>
          <pc:docMk/>
          <pc:sldMk cId="1081053258" sldId="270"/>
        </pc:sldMkLst>
        <pc:spChg chg="mod">
          <ac:chgData name="Sebastian Schulz" userId="7b9eb8de-fba4-4de7-9449-93f55919c255" providerId="ADAL" clId="{AA6C152C-5E38-4A4E-BAFF-A847122FA2DF}" dt="2025-03-26T21:27:59.341" v="1923" actId="20577"/>
          <ac:spMkLst>
            <pc:docMk/>
            <pc:sldMk cId="1081053258" sldId="270"/>
            <ac:spMk id="3" creationId="{19021066-B3CD-2FF3-9581-C516320586DE}"/>
          </ac:spMkLst>
        </pc:spChg>
      </pc:sldChg>
      <pc:sldChg chg="modSp new mod">
        <pc:chgData name="Sebastian Schulz" userId="7b9eb8de-fba4-4de7-9449-93f55919c255" providerId="ADAL" clId="{AA6C152C-5E38-4A4E-BAFF-A847122FA2DF}" dt="2025-03-26T21:43:03.777" v="2721" actId="20577"/>
        <pc:sldMkLst>
          <pc:docMk/>
          <pc:sldMk cId="4272209348" sldId="271"/>
        </pc:sldMkLst>
        <pc:spChg chg="mod">
          <ac:chgData name="Sebastian Schulz" userId="7b9eb8de-fba4-4de7-9449-93f55919c255" providerId="ADAL" clId="{AA6C152C-5E38-4A4E-BAFF-A847122FA2DF}" dt="2025-03-26T21:29:28.650" v="2092" actId="20577"/>
          <ac:spMkLst>
            <pc:docMk/>
            <pc:sldMk cId="4272209348" sldId="271"/>
            <ac:spMk id="2" creationId="{EE1BA47B-660D-88B1-14E8-FD8439289A55}"/>
          </ac:spMkLst>
        </pc:spChg>
        <pc:spChg chg="mod">
          <ac:chgData name="Sebastian Schulz" userId="7b9eb8de-fba4-4de7-9449-93f55919c255" providerId="ADAL" clId="{AA6C152C-5E38-4A4E-BAFF-A847122FA2DF}" dt="2025-03-26T21:43:03.777" v="2721" actId="20577"/>
          <ac:spMkLst>
            <pc:docMk/>
            <pc:sldMk cId="4272209348" sldId="271"/>
            <ac:spMk id="3" creationId="{C9434D1F-BFC2-19AE-BDD7-56285687D943}"/>
          </ac:spMkLst>
        </pc:spChg>
      </pc:sldChg>
      <pc:sldChg chg="modSp new mod">
        <pc:chgData name="Sebastian Schulz" userId="7b9eb8de-fba4-4de7-9449-93f55919c255" providerId="ADAL" clId="{AA6C152C-5E38-4A4E-BAFF-A847122FA2DF}" dt="2025-03-26T21:30:47.091" v="2253" actId="20577"/>
        <pc:sldMkLst>
          <pc:docMk/>
          <pc:sldMk cId="1076133571" sldId="272"/>
        </pc:sldMkLst>
        <pc:spChg chg="mod">
          <ac:chgData name="Sebastian Schulz" userId="7b9eb8de-fba4-4de7-9449-93f55919c255" providerId="ADAL" clId="{AA6C152C-5E38-4A4E-BAFF-A847122FA2DF}" dt="2025-03-26T21:30:47.091" v="2253" actId="20577"/>
          <ac:spMkLst>
            <pc:docMk/>
            <pc:sldMk cId="1076133571" sldId="272"/>
            <ac:spMk id="2" creationId="{92E5C1D8-32C4-0E14-8C2A-FAC416C46BB3}"/>
          </ac:spMkLst>
        </pc:spChg>
      </pc:sldChg>
      <pc:sldChg chg="addSp delSp modSp new mod">
        <pc:chgData name="Sebastian Schulz" userId="7b9eb8de-fba4-4de7-9449-93f55919c255" providerId="ADAL" clId="{AA6C152C-5E38-4A4E-BAFF-A847122FA2DF}" dt="2025-03-26T21:33:15.782" v="2513" actId="207"/>
        <pc:sldMkLst>
          <pc:docMk/>
          <pc:sldMk cId="3023539896" sldId="273"/>
        </pc:sldMkLst>
        <pc:spChg chg="mod">
          <ac:chgData name="Sebastian Schulz" userId="7b9eb8de-fba4-4de7-9449-93f55919c255" providerId="ADAL" clId="{AA6C152C-5E38-4A4E-BAFF-A847122FA2DF}" dt="2025-03-26T21:32:06.029" v="2356" actId="20577"/>
          <ac:spMkLst>
            <pc:docMk/>
            <pc:sldMk cId="3023539896" sldId="273"/>
            <ac:spMk id="2" creationId="{3B5D141F-B49C-10DD-017D-7A4A4E8E0A2B}"/>
          </ac:spMkLst>
        </pc:spChg>
        <pc:spChg chg="del">
          <ac:chgData name="Sebastian Schulz" userId="7b9eb8de-fba4-4de7-9449-93f55919c255" providerId="ADAL" clId="{AA6C152C-5E38-4A4E-BAFF-A847122FA2DF}" dt="2025-03-26T21:32:08.044" v="2357" actId="478"/>
          <ac:spMkLst>
            <pc:docMk/>
            <pc:sldMk cId="3023539896" sldId="273"/>
            <ac:spMk id="3" creationId="{8C39B9CF-781A-1841-B923-44412FC2DDC9}"/>
          </ac:spMkLst>
        </pc:spChg>
        <pc:spChg chg="add mod">
          <ac:chgData name="Sebastian Schulz" userId="7b9eb8de-fba4-4de7-9449-93f55919c255" providerId="ADAL" clId="{AA6C152C-5E38-4A4E-BAFF-A847122FA2DF}" dt="2025-03-26T21:33:15.782" v="2513" actId="207"/>
          <ac:spMkLst>
            <pc:docMk/>
            <pc:sldMk cId="3023539896" sldId="273"/>
            <ac:spMk id="5" creationId="{423B0456-7B6E-7D1C-AE86-AD7E2148D5E4}"/>
          </ac:spMkLst>
        </pc:spChg>
      </pc:sldChg>
      <pc:sldChg chg="new del">
        <pc:chgData name="Sebastian Schulz" userId="7b9eb8de-fba4-4de7-9449-93f55919c255" providerId="ADAL" clId="{AA6C152C-5E38-4A4E-BAFF-A847122FA2DF}" dt="2025-03-26T21:32:17.801" v="2359" actId="2696"/>
        <pc:sldMkLst>
          <pc:docMk/>
          <pc:sldMk cId="93843788" sldId="274"/>
        </pc:sldMkLst>
      </pc:sldChg>
      <pc:sldChg chg="addSp delSp modSp add mod ord">
        <pc:chgData name="Sebastian Schulz" userId="7b9eb8de-fba4-4de7-9449-93f55919c255" providerId="ADAL" clId="{AA6C152C-5E38-4A4E-BAFF-A847122FA2DF}" dt="2025-03-26T21:44:01.663" v="2727" actId="20578"/>
        <pc:sldMkLst>
          <pc:docMk/>
          <pc:sldMk cId="2680887676" sldId="274"/>
        </pc:sldMkLst>
        <pc:spChg chg="add mod">
          <ac:chgData name="Sebastian Schulz" userId="7b9eb8de-fba4-4de7-9449-93f55919c255" providerId="ADAL" clId="{AA6C152C-5E38-4A4E-BAFF-A847122FA2DF}" dt="2025-03-26T21:41:29.273" v="2660" actId="113"/>
          <ac:spMkLst>
            <pc:docMk/>
            <pc:sldMk cId="2680887676" sldId="274"/>
            <ac:spMk id="3" creationId="{7AA9ACD8-6DE8-560D-969C-084FE039B2CB}"/>
          </ac:spMkLst>
        </pc:spChg>
        <pc:spChg chg="del">
          <ac:chgData name="Sebastian Schulz" userId="7b9eb8de-fba4-4de7-9449-93f55919c255" providerId="ADAL" clId="{AA6C152C-5E38-4A4E-BAFF-A847122FA2DF}" dt="2025-03-26T21:41:33.193" v="2661" actId="478"/>
          <ac:spMkLst>
            <pc:docMk/>
            <pc:sldMk cId="2680887676" sldId="274"/>
            <ac:spMk id="10" creationId="{1669858C-1FE0-F699-896E-E6B231D4E5A8}"/>
          </ac:spMkLst>
        </pc:spChg>
        <pc:picChg chg="del">
          <ac:chgData name="Sebastian Schulz" userId="7b9eb8de-fba4-4de7-9449-93f55919c255" providerId="ADAL" clId="{AA6C152C-5E38-4A4E-BAFF-A847122FA2DF}" dt="2025-03-26T21:40:14.426" v="2522" actId="478"/>
          <ac:picMkLst>
            <pc:docMk/>
            <pc:sldMk cId="2680887676" sldId="274"/>
            <ac:picMk id="8" creationId="{4268A2A0-710F-0AB8-BA9C-2804BD28D818}"/>
          </ac:picMkLst>
        </pc:picChg>
      </pc:sldChg>
      <pc:sldChg chg="new del">
        <pc:chgData name="Sebastian Schulz" userId="7b9eb8de-fba4-4de7-9449-93f55919c255" providerId="ADAL" clId="{AA6C152C-5E38-4A4E-BAFF-A847122FA2DF}" dt="2025-03-26T21:32:25.703" v="2361" actId="2696"/>
        <pc:sldMkLst>
          <pc:docMk/>
          <pc:sldMk cId="3693633299" sldId="274"/>
        </pc:sldMkLst>
      </pc:sldChg>
      <pc:sldChg chg="new del">
        <pc:chgData name="Sebastian Schulz" userId="7b9eb8de-fba4-4de7-9449-93f55919c255" providerId="ADAL" clId="{AA6C152C-5E38-4A4E-BAFF-A847122FA2DF}" dt="2025-03-26T21:42:09.826" v="2665" actId="2696"/>
        <pc:sldMkLst>
          <pc:docMk/>
          <pc:sldMk cId="697897421" sldId="275"/>
        </pc:sldMkLst>
      </pc:sldChg>
      <pc:sldChg chg="modSp add mod">
        <pc:chgData name="Sebastian Schulz" userId="7b9eb8de-fba4-4de7-9449-93f55919c255" providerId="ADAL" clId="{AA6C152C-5E38-4A4E-BAFF-A847122FA2DF}" dt="2025-03-26T21:42:51.648" v="2720" actId="20577"/>
        <pc:sldMkLst>
          <pc:docMk/>
          <pc:sldMk cId="4023962608" sldId="275"/>
        </pc:sldMkLst>
        <pc:spChg chg="mod">
          <ac:chgData name="Sebastian Schulz" userId="7b9eb8de-fba4-4de7-9449-93f55919c255" providerId="ADAL" clId="{AA6C152C-5E38-4A4E-BAFF-A847122FA2DF}" dt="2025-03-26T21:42:45.213" v="2711" actId="20577"/>
          <ac:spMkLst>
            <pc:docMk/>
            <pc:sldMk cId="4023962608" sldId="275"/>
            <ac:spMk id="2" creationId="{FF7B642D-65C4-286E-6A50-4186A919EFA4}"/>
          </ac:spMkLst>
        </pc:spChg>
        <pc:spChg chg="mod">
          <ac:chgData name="Sebastian Schulz" userId="7b9eb8de-fba4-4de7-9449-93f55919c255" providerId="ADAL" clId="{AA6C152C-5E38-4A4E-BAFF-A847122FA2DF}" dt="2025-03-26T21:42:51.648" v="2720" actId="20577"/>
          <ac:spMkLst>
            <pc:docMk/>
            <pc:sldMk cId="4023962608" sldId="275"/>
            <ac:spMk id="3" creationId="{4D027ED8-8D8A-61A9-E9F5-8050B930E252}"/>
          </ac:spMkLst>
        </pc:spChg>
      </pc:sldChg>
    </pc:docChg>
  </pc:docChgLst>
  <pc:docChgLst>
    <pc:chgData name="Alberto Pallejà Caro" userId="S::apca@dtu.dk::119a7e7d-4691-4aaa-9cd2-232aa501473b" providerId="AD" clId="Web-{EB8750D4-23D2-931F-84D2-01AFF25FFCAB}"/>
    <pc:docChg chg="modSld">
      <pc:chgData name="Alberto Pallejà Caro" userId="S::apca@dtu.dk::119a7e7d-4691-4aaa-9cd2-232aa501473b" providerId="AD" clId="Web-{EB8750D4-23D2-931F-84D2-01AFF25FFCAB}" dt="2025-05-26T09:16:12.455" v="2" actId="20577"/>
      <pc:docMkLst>
        <pc:docMk/>
      </pc:docMkLst>
      <pc:sldChg chg="modSp">
        <pc:chgData name="Alberto Pallejà Caro" userId="S::apca@dtu.dk::119a7e7d-4691-4aaa-9cd2-232aa501473b" providerId="AD" clId="Web-{EB8750D4-23D2-931F-84D2-01AFF25FFCAB}" dt="2025-05-26T09:16:12.455" v="2" actId="20577"/>
        <pc:sldMkLst>
          <pc:docMk/>
          <pc:sldMk cId="2092246918" sldId="265"/>
        </pc:sldMkLst>
        <pc:spChg chg="mod">
          <ac:chgData name="Alberto Pallejà Caro" userId="S::apca@dtu.dk::119a7e7d-4691-4aaa-9cd2-232aa501473b" providerId="AD" clId="Web-{EB8750D4-23D2-931F-84D2-01AFF25FFCAB}" dt="2025-05-26T09:16:12.455" v="2" actId="20577"/>
          <ac:spMkLst>
            <pc:docMk/>
            <pc:sldMk cId="2092246918" sldId="265"/>
            <ac:spMk id="3" creationId="{B049A46D-6D23-30AB-8FCD-03D3CB8064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5A8A1-587D-CC47-86F8-88E3A8088F65}" type="datetimeFigureOut">
              <a:rPr lang="en-DK" smtClean="0"/>
              <a:t>21/05/2026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3F4F7-2012-244B-A007-056CB7D2A52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81075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75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4881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069EC-F76F-B994-5EE9-9C899246F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BBE5D-D63C-254E-D0C4-498340355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F1B55-6C2E-DE42-A8B3-DF33B2918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1EA23-6308-6EA2-7E54-DBD3BEC31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34246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B3115-3CBC-3A26-686E-569BCCE05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C7CBF-0BF2-0CF9-1B81-18C0303D0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5C6CD-9002-0566-73A7-81E8EA572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A227E-ADA3-CD75-42A3-C96AEA077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10524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19963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5F96C-8711-D77A-82C6-72B2E6E9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C0F7D-A16D-5DBD-2CD2-668595562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BA61E-7A17-DAEB-15AD-BC445010D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A548F-D2B5-8E34-0E0A-AFA09EC71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72422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67652-B2C3-83AB-1FFA-C70F2C74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9937F-41CF-C2BE-8B60-4D2604F3D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A9E6C-9EE5-B780-824A-00F37CFE3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AEAF9-B307-20DC-2C84-5ADBE9152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00427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86BD6-73E7-70B3-7D6F-BA4D6E46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1C84C-7285-13A4-7EBD-EACB58A7E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7C54D-EAB5-F7F6-8C69-0B5BFD0C2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FF46C-69D2-60B9-B458-2EA3F66DF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81865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03869-4A1F-50DD-B359-3A1FCD7D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0F8E3-FF3B-678D-F7E2-51000BFCD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F713A-F93A-70EE-ECB9-06C013C21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1522A-03CD-DECF-4A52-3FF23C4B1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2462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28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66603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FAB37-7532-0785-51C6-9A1EC6F4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2A6B2-6FD0-C8C9-FB9E-B1EC8E4E2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5928B-B59C-7CDC-E7EA-8A16FF788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F8D37-6923-00D9-5E00-FD5431B6F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31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04254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i="0" u="none" strike="noStrike" dirty="0">
              <a:solidFill>
                <a:srgbClr val="0A0A0A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35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68513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81E18-9D35-C435-D26C-9ECB66D9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91AD6-8537-0F08-B665-A6C210AA3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41740-5CC1-6096-A6E2-5C497CB11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11462-36EB-F30E-E34F-54961CA11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37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31840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DF501-5BE0-0758-0569-F8D5604C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D3280-D4FC-76EB-AAC1-0A8B03027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52D70-6F51-4F4D-0FA6-CA453FCEA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BA6DA-3757-23FA-86EC-BEF3FB982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38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88705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39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4254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41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655923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42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68375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F4F7-2012-244B-A007-056CB7D2A529}" type="slidenum">
              <a:rPr lang="en-DK" smtClean="0"/>
              <a:t>43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66719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34BB09-483B-4C4B-A5A4-C02A22055B01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-80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-8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56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F06C2-1D3D-ED91-C347-FE3EE7938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F3A34-3DB4-14ED-32D8-6DC137BFF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C0D11-BF96-1F56-AF1B-98D4FCB6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40A9-8F48-A849-8F7A-3F238BD787CD}" type="datetime1">
              <a:rPr lang="da-DK" smtClean="0"/>
              <a:t>21.05.2026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77DE-5F40-87F0-3B8E-07914EAD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17AE2-BD54-5AFA-1D2D-EEA3A01C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3588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0636-7571-A3D9-2482-99C0A57B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8B32D-F3C6-A439-4FAC-4627A1474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81EB6-83E8-D01D-31F8-C5540B019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6E82-8B7D-B145-AC76-8112D8634230}" type="datetime1">
              <a:rPr lang="da-DK" smtClean="0"/>
              <a:t>21.05.2026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D0BA-AE56-2AD5-50AE-EBD9F43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F1604-9489-3D95-F9B9-5496F1F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01329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6979-32D4-C2A4-C6EB-4A67F43A1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69A37-ED74-5059-95E9-40142B115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13CCE-B41F-4AD7-BF5B-6365DB43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2A2F-CB39-8942-85D0-71EEE0F55692}" type="datetime1">
              <a:rPr lang="da-DK" smtClean="0"/>
              <a:t>21.05.2026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B477C-7E12-7BD3-BA29-41590B71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AF823-85CF-418C-F6FF-AFEC8DDB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3374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E00A-049F-4426-C909-402D7130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E5A25-4A11-3376-8553-0AA5E529F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28100-E5AB-EEB4-8E65-3BD3D6AFB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8484E-5CF0-F82D-801D-E5B13820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5CDB-2491-FC4E-B113-90A80A6061A8}" type="datetime1">
              <a:rPr lang="da-DK" smtClean="0"/>
              <a:t>21.05.2026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BE879-9576-7966-01A2-B840BB9C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3195E-750D-B755-117E-CA5970B0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93922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DA2F-F525-30AF-B7F7-0ED0ADC4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99E9-0C23-A412-B70F-B9505B19D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1C5E8-9C56-97E4-FB27-C296E64B1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FF18A-7F98-0FB5-2CE5-2F992343D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D40FC-4FF1-8F3F-3466-51BCD70E3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C774E-5DE2-989F-6D98-BA89A5FA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86D1-7A76-9A44-B8C7-73C1186F6595}" type="datetime1">
              <a:rPr lang="da-DK" smtClean="0"/>
              <a:t>21.05.2026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1CE2AC-F4FE-4413-EBB9-818D9DDA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0B34F5-7467-7607-2946-56763C9D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4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4520-79FC-D7C1-75E9-8646C5BB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E743E-68DC-E900-1694-E1B52F71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F65-1073-6B42-B3D4-CDE019AAEBE2}" type="datetime1">
              <a:rPr lang="da-DK" smtClean="0"/>
              <a:t>21.05.2026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17E12-9A8F-CC29-64BC-E2A67E02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0EF35-2442-F9BC-33EF-6FF8A30E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2180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118DF-8A72-7AC7-7CE3-DD8011ED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17F2-1A54-FA44-AF32-F5260F98A6D7}" type="datetime1">
              <a:rPr lang="da-DK" smtClean="0"/>
              <a:t>21.05.2026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D933CE-E3E0-2389-8115-4ACD9C362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162F-0F9E-49AE-6743-1C700E4F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951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C30D-FFC9-43E2-AE12-D8077063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90066-EE2B-F368-70CF-06AB67195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92C8A-316D-9D73-CEDF-4DA10C814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CBA4E-E112-B6C7-C143-5DE9090D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AECD-66BC-6E44-A42D-074E47949CA7}" type="datetime1">
              <a:rPr lang="da-DK" smtClean="0"/>
              <a:t>21.05.2026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89EE4-CC16-CA62-641D-4912D708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BE2A1-5A3E-C9E1-7555-24C45EC2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1832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80255-E978-54EF-16ED-2DCCE06A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D28E9D-3688-D595-777B-194AB1234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F1F52-C9D1-5485-C710-1093CF169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6FC3B-243D-125D-7A8D-4943EA3BE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31CA-1351-9746-8478-5C6E6F6FE552}" type="datetime1">
              <a:rPr lang="da-DK" smtClean="0"/>
              <a:t>21.05.2026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5809A-6169-C79F-00B3-AA1E06D9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48A80-9595-190B-A100-715151894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5597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030C-C793-0F24-61D4-B7AF79D7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314AA-C42B-A276-A3E9-10C8F5749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6E9DB-D7E4-1CD6-F5AD-3F98BF83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E25C-6EF2-0048-A262-B349E380C509}" type="datetime1">
              <a:rPr lang="da-DK" smtClean="0"/>
              <a:t>21.05.2026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81E0D-A957-7F23-1927-CD11DBBF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DF397-EAA9-27D8-342D-BA7E9CB73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5313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18B47-66B7-0DC4-C491-60AFFE9A0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441C3-DDA1-E159-6D13-FCE83DCEB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B92E8-5F49-50BE-74BE-DC21094A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5E947-B97A-154F-9343-B5E70510D709}" type="datetime1">
              <a:rPr lang="da-DK" smtClean="0"/>
              <a:t>21.05.2026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F05B5-25CC-9C30-E871-6A1D7DA83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7631F-4BB5-A320-E59F-DED91D22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43212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33" y="252000"/>
            <a:ext cx="419666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30922" y="1984370"/>
            <a:ext cx="9313586" cy="2308726"/>
          </a:xfrm>
        </p:spPr>
        <p:txBody>
          <a:bodyPr anchor="t" anchorCtr="0"/>
          <a:lstStyle>
            <a:lvl1pPr algn="ctr">
              <a:lnSpc>
                <a:spcPct val="93000"/>
              </a:lnSpc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17377" y="4653136"/>
            <a:ext cx="9327132" cy="826142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56838" y="6541200"/>
            <a:ext cx="335163" cy="31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9941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baggrund to 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8AA9F3-A310-2903-18D9-71227967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003" y="440736"/>
            <a:ext cx="8714004" cy="612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CDAA31-3226-6F18-6461-829FFAFDEEE5}"/>
              </a:ext>
            </a:extLst>
          </p:cNvPr>
          <p:cNvSpPr/>
          <p:nvPr userDrawn="1"/>
        </p:nvSpPr>
        <p:spPr bwMode="auto">
          <a:xfrm>
            <a:off x="1558905" y="1916832"/>
            <a:ext cx="9074189" cy="4624368"/>
          </a:xfrm>
          <a:prstGeom prst="rect">
            <a:avLst/>
          </a:prstGeom>
          <a:solidFill>
            <a:schemeClr val="bg1">
              <a:alpha val="89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BF46467C-4D36-082B-4DC2-F1D745DF1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991" y="2276872"/>
            <a:ext cx="3816497" cy="3960440"/>
          </a:xfrm>
        </p:spPr>
        <p:txBody>
          <a:bodyPr/>
          <a:lstStyle>
            <a:lvl1pPr marL="0" indent="0">
              <a:buNone/>
              <a:defRPr>
                <a:solidFill>
                  <a:srgbClr val="171748"/>
                </a:solidFill>
              </a:defRPr>
            </a:lvl1pPr>
          </a:lstStyle>
          <a:p>
            <a:endParaRPr lang="en-US" dirty="0">
              <a:solidFill>
                <a:srgbClr val="171748"/>
              </a:solidFill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8885DE8F-13A3-B8D1-F422-AA397F43B03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384493" y="2276872"/>
            <a:ext cx="3816497" cy="3960440"/>
          </a:xfrm>
        </p:spPr>
        <p:txBody>
          <a:bodyPr/>
          <a:lstStyle>
            <a:lvl1pPr marL="0" indent="0">
              <a:buNone/>
              <a:defRPr>
                <a:solidFill>
                  <a:srgbClr val="171748"/>
                </a:solidFill>
              </a:defRPr>
            </a:lvl1pPr>
          </a:lstStyle>
          <a:p>
            <a:endParaRPr lang="en-US" dirty="0">
              <a:solidFill>
                <a:srgbClr val="1717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666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7">
          <p15:clr>
            <a:srgbClr val="F26B43"/>
          </p15:clr>
        </p15:guide>
        <p15:guide id="2" pos="982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baggrund stor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8AA9F3-A310-2903-18D9-71227967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003" y="440736"/>
            <a:ext cx="8714004" cy="612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CDAA31-3226-6F18-6461-829FFAFDEEE5}"/>
              </a:ext>
            </a:extLst>
          </p:cNvPr>
          <p:cNvSpPr/>
          <p:nvPr userDrawn="1"/>
        </p:nvSpPr>
        <p:spPr bwMode="auto">
          <a:xfrm>
            <a:off x="1558905" y="1916832"/>
            <a:ext cx="9074189" cy="4624368"/>
          </a:xfrm>
          <a:prstGeom prst="rect">
            <a:avLst/>
          </a:prstGeom>
          <a:solidFill>
            <a:schemeClr val="bg1">
              <a:alpha val="89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BF46467C-4D36-082B-4DC2-F1D745DF1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991" y="2276872"/>
            <a:ext cx="8354016" cy="3960440"/>
          </a:xfrm>
        </p:spPr>
        <p:txBody>
          <a:bodyPr/>
          <a:lstStyle>
            <a:lvl1pPr marL="0" indent="0">
              <a:buNone/>
              <a:defRPr>
                <a:solidFill>
                  <a:srgbClr val="171748"/>
                </a:solidFill>
              </a:defRPr>
            </a:lvl1pPr>
          </a:lstStyle>
          <a:p>
            <a:endParaRPr lang="en-US" dirty="0">
              <a:solidFill>
                <a:srgbClr val="1717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929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82">
          <p15:clr>
            <a:srgbClr val="FBAE40"/>
          </p15:clr>
        </p15:guide>
        <p15:guide id="3" pos="669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baggrund en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4E75-408E-DEFA-1539-E560534E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003" y="440736"/>
            <a:ext cx="8714004" cy="612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1D64B-A063-778F-8888-5BE9318301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B0E17-8BC2-09E3-4800-82229334F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23F71-776E-E351-9E37-4F1DC51927DE}"/>
              </a:ext>
            </a:extLst>
          </p:cNvPr>
          <p:cNvSpPr/>
          <p:nvPr userDrawn="1"/>
        </p:nvSpPr>
        <p:spPr bwMode="auto">
          <a:xfrm>
            <a:off x="1558905" y="1916832"/>
            <a:ext cx="4681129" cy="4624368"/>
          </a:xfrm>
          <a:prstGeom prst="rect">
            <a:avLst/>
          </a:prstGeom>
          <a:solidFill>
            <a:schemeClr val="bg1">
              <a:alpha val="89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9123FA7-DC16-DDE8-9E1A-2BCA94F2D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992" y="2276872"/>
            <a:ext cx="3960956" cy="3960440"/>
          </a:xfrm>
        </p:spPr>
        <p:txBody>
          <a:bodyPr/>
          <a:lstStyle>
            <a:lvl1pPr marL="0" indent="0">
              <a:buNone/>
              <a:defRPr>
                <a:solidFill>
                  <a:srgbClr val="171748"/>
                </a:solidFill>
              </a:defRPr>
            </a:lvl1pPr>
          </a:lstStyle>
          <a:p>
            <a:endParaRPr lang="en-US" dirty="0">
              <a:solidFill>
                <a:srgbClr val="1717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12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82">
          <p15:clr>
            <a:srgbClr val="FBAE40"/>
          </p15:clr>
        </p15:guide>
        <p15:guide id="2" orient="horz" pos="12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den baggrund to kas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58905" y="1916833"/>
            <a:ext cx="4176583" cy="4334743"/>
          </a:xfrm>
        </p:spPr>
        <p:txBody>
          <a:bodyPr/>
          <a:lstStyle>
            <a:lvl1pPr marL="0" indent="0">
              <a:buNone/>
              <a:defRPr>
                <a:solidFill>
                  <a:srgbClr val="171748"/>
                </a:solidFill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 dirty="0"/>
              <a:t>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8AA9F3-A310-2903-18D9-71227967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003" y="440736"/>
            <a:ext cx="8714004" cy="612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071AD2-10B2-B446-0EA0-AC6C96C73AD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56512" y="1916833"/>
            <a:ext cx="4176583" cy="4334743"/>
          </a:xfrm>
        </p:spPr>
        <p:txBody>
          <a:bodyPr/>
          <a:lstStyle>
            <a:lvl1pPr marL="0" indent="0">
              <a:buNone/>
              <a:defRPr>
                <a:solidFill>
                  <a:srgbClr val="171748"/>
                </a:solidFill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8828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7">
          <p15:clr>
            <a:srgbClr val="F26B43"/>
          </p15:clr>
        </p15:guide>
        <p15:guide id="2" pos="982">
          <p15:clr>
            <a:srgbClr val="F26B43"/>
          </p15:clr>
        </p15:guide>
        <p15:guide id="3" orient="horz" pos="120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den baggrund stor kas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8AA9F3-A310-2903-18D9-71227967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003" y="440736"/>
            <a:ext cx="8714004" cy="612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BF46467C-4D36-082B-4DC2-F1D745DF1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129" y="1916113"/>
            <a:ext cx="9073743" cy="4321199"/>
          </a:xfrm>
        </p:spPr>
        <p:txBody>
          <a:bodyPr/>
          <a:lstStyle>
            <a:lvl1pPr marL="0" indent="0">
              <a:buNone/>
              <a:defRPr>
                <a:solidFill>
                  <a:srgbClr val="171748"/>
                </a:solidFill>
              </a:defRPr>
            </a:lvl1pPr>
          </a:lstStyle>
          <a:p>
            <a:endParaRPr lang="en-US" dirty="0">
              <a:solidFill>
                <a:srgbClr val="1717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17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33">
          <p15:clr>
            <a:srgbClr val="F26B43"/>
          </p15:clr>
        </p15:guide>
        <p15:guide id="2" pos="982">
          <p15:clr>
            <a:srgbClr val="F26B43"/>
          </p15:clr>
        </p15:guide>
        <p15:guide id="3" orient="horz" pos="1207">
          <p15:clr>
            <a:srgbClr val="FBAE40"/>
          </p15:clr>
        </p15:guide>
        <p15:guide id="5" pos="669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578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CD70-7733-A2D6-4796-968DDF8D4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003" y="440736"/>
            <a:ext cx="8714004" cy="612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44D41-B081-A6A0-50F5-F1409F1562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01EBD-5E35-B2D5-C6C7-6436E52BAE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969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98113-A483-54A4-1FC7-01BA59B8F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EA0DD-47C0-FFD2-2E76-18C960F5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75AEB-71B1-5026-3D66-C6D1FBBAB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B1701-E786-464E-B918-FC2B4A91564A}" type="datetime1">
              <a:rPr lang="da-DK" smtClean="0"/>
              <a:t>21.05.2026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3E4EE-685F-0C74-0828-FA731EBFB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2BC6E-6961-A644-9591-79D2CC27B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0FCCD-B178-D947-AE7B-B702548B7D0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52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4787" cy="1340768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0"/>
            </p:custDataLst>
          </p:nvPr>
        </p:nvSpPr>
        <p:spPr bwMode="auto">
          <a:xfrm>
            <a:off x="252033" y="252000"/>
            <a:ext cx="419666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4787" cy="3168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856838" y="6541200"/>
            <a:ext cx="335163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59003" y="440736"/>
            <a:ext cx="8714004" cy="61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957" y="1706328"/>
            <a:ext cx="9313586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7fed92c1-4dff-4d13-ab87-831ab6092aef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251397" y="6568584"/>
            <a:ext cx="4921075" cy="2894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The Novo Nordisk Foundation Biotechnology Research Institute for the Green Transition, DTU</a:t>
            </a:r>
          </a:p>
        </p:txBody>
      </p:sp>
      <p:sp>
        <p:nvSpPr>
          <p:cNvPr id="7" name="text" descr="{&quot;templafy&quot;:{&quot;id&quot;:&quot;2c433545-5693-474d-8ba8-725d2902d5ba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878" y="6541200"/>
            <a:ext cx="5496664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en-GB" sz="7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7741083-672F-FBC6-F6D4-C8EEA93C47E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12153" y="173550"/>
            <a:ext cx="1517254" cy="45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4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171748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rgbClr val="171748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171748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rgbClr val="171748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rgbClr val="171748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>
          <p15:clr>
            <a:srgbClr val="F26B43"/>
          </p15:clr>
        </p15:guide>
        <p15:guide id="4" orient="horz" pos="881">
          <p15:clr>
            <a:srgbClr val="F26B43"/>
          </p15:clr>
        </p15:guide>
        <p15:guide id="5" orient="horz" pos="1074">
          <p15:clr>
            <a:srgbClr val="F26B43"/>
          </p15:clr>
        </p15:guide>
        <p15:guide id="6" orient="horz" pos="39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biosustain/dsp_transcriptomics_train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80-020-0231-2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biosustain/dsp_course_proteomics_intro/blob/bd1c2e5f4bf4e77908667b08ec9b3d05efb5b08c/docs/slides/introduction.pdf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scitable/topicpage/gene-expression-14121669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wmopen-biology1/chapter/outcome-prokaryotic-gene-regulation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omics.github.io/SGA/sequencing_intro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illumina.com/content/dam/illumina-marketing/documents/products/research_reviews/rna-sequencing-methods-review-web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HMyCqWhwB8E" TargetMode="External"/><Relationship Id="rId4" Type="http://schemas.openxmlformats.org/officeDocument/2006/relationships/hyperlink" Target="https://www.sciencedirect.com/topics/immunology-and-microbiology/illumina-dye-sequencin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mea.illumina.com/science/technology/next-generation-sequencing/plan-experiments/paired-end-vs-single-read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ioconnector.github.io/bims8382/r-rnaseq-airway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87-020-0439-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f-co.re/rnaseq/3.23.0" TargetMode="External"/><Relationship Id="rId4" Type="http://schemas.openxmlformats.org/officeDocument/2006/relationships/image" Target="../media/image1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knowledge.illumina.com/software/general/software-general-reference_material-list/00000221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sembl.org/info/website/upload/gff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bioinformatics.babraham.ac.uk/projects/fastqc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bctraining.github.io/Training-modules/planning_successful_rnaseq/lessons/QC_raw_data.html" TargetMode="Externa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nmeth.1923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93/bioinformatics/bts635" TargetMode="External"/><Relationship Id="rId4" Type="http://schemas.openxmlformats.org/officeDocument/2006/relationships/hyperlink" Target="https://doi.org/10.1186/gb-2009-10-3-r25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bioinformatics/btt656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bine-lab.github.io/salmon/about/" TargetMode="External"/><Relationship Id="rId4" Type="http://schemas.openxmlformats.org/officeDocument/2006/relationships/hyperlink" Target="https://doi.org/10.1038/nmeth.4197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bi.ac.uk/ena/browser/view/PRJNA1158806" TargetMode="External"/><Relationship Id="rId5" Type="http://schemas.openxmlformats.org/officeDocument/2006/relationships/hyperlink" Target="https://doi.org/10.1038/s44321-025-00219-1" TargetMode="External"/><Relationship Id="rId4" Type="http://schemas.openxmlformats.org/officeDocument/2006/relationships/image" Target="../media/image2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biosustain.github.io/dsp_transcriptomics_training/instruction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f-co.re/rnaseq/3.23.0" TargetMode="External"/><Relationship Id="rId4" Type="http://schemas.openxmlformats.org/officeDocument/2006/relationships/image" Target="../media/image17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bib/bbx008" TargetMode="External"/><Relationship Id="rId2" Type="http://schemas.openxmlformats.org/officeDocument/2006/relationships/hyperlink" Target="https://hbctraining.github.io/DGE_workshop/lessons/02_DGE_count_normalization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2064-012-0162-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bctraining.github.io/DGE_workshop/lessons/02_DGE_count_normalization.html" TargetMode="External"/><Relationship Id="rId5" Type="http://schemas.openxmlformats.org/officeDocument/2006/relationships/hyperlink" Target="https://doi.org/10.1186/gb-2010-11-10-r106" TargetMode="External"/><Relationship Id="rId4" Type="http://schemas.openxmlformats.org/officeDocument/2006/relationships/hyperlink" Target="https://doi.org/10.1186/gb-2010-11-3-r25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gb-2010-11-10-r106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hyperlink" Target="https://doi.org/10.1186/s13059-014-0550-8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3059-014-0550-8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ioconductor.org/packages/devel/bioc/vignettes/DESeq2/inst/doc/DESeq2.html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86/gb-2010-11-10-r106" TargetMode="External"/><Relationship Id="rId3" Type="http://schemas.openxmlformats.org/officeDocument/2006/relationships/image" Target="../media/image35.png"/><Relationship Id="rId7" Type="http://schemas.openxmlformats.org/officeDocument/2006/relationships/hyperlink" Target="https://hbctraining.github.io/DGE_workshop/lessons/02_DGE_count_normalization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as.org/doi/10.1073/pnas.0506580102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hyperlink" Target="https://biostatsquid.com/gene-set-enrichment-analysis/#:~:text=Gene%20set%20enrichment%20analysis%20takes,determines%20which%20pathways%20are%20overrepresented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hyperlink" Target="https://www.pnas.org/doi/10.1073/pnas.0506580102" TargetMode="External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hyperlink" Target="https://biostatsquid.com/gene-set-enrichment-analysis/#:~:text=Gene%20set%20enrichment%20analysis%20takes,determines%20which%20pathways%20are%20overrepresented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mailto:jasge@dtu.dk" TargetMode="External"/><Relationship Id="rId2" Type="http://schemas.openxmlformats.org/officeDocument/2006/relationships/hyperlink" Target="mailto:apca@biosustain.dtu.d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sebschu@biosustain.dtu.dk" TargetMode="External"/><Relationship Id="rId4" Type="http://schemas.openxmlformats.org/officeDocument/2006/relationships/hyperlink" Target="mailto:s243564@student.dtu.dk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1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1504" y="2348880"/>
            <a:ext cx="8928992" cy="216024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sz="4400" dirty="0"/>
              <a:t>The Novo Nordisk Foundation Biotechnology Research Institute for the Green Transition, DTU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GB" dirty="0">
              <a:latin typeface="Arial"/>
              <a:ea typeface="ＭＳ Ｐゴシック" pitchFamily="-80" charset="-12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fld id="{24C8C45C-947F-4981-8B3F-4F32E973C901}" type="slidenum">
              <a:rPr lang="en-GB">
                <a:solidFill>
                  <a:srgbClr val="FFFFFF"/>
                </a:solidFill>
                <a:latin typeface="Arial"/>
                <a:ea typeface="ＭＳ Ｐゴシック" pitchFamily="-80" charset="-128"/>
              </a:rPr>
              <a:pPr fontAlgn="base">
                <a:spcBef>
                  <a:spcPct val="50000"/>
                </a:spcBef>
                <a:spcAft>
                  <a:spcPct val="0"/>
                </a:spcAft>
              </a:pPr>
              <a:t>1</a:t>
            </a:fld>
            <a:endParaRPr lang="en-GB" dirty="0">
              <a:solidFill>
                <a:srgbClr val="FFFFFF"/>
              </a:solidFill>
              <a:latin typeface="Arial"/>
              <a:ea typeface="ＭＳ Ｐゴシック" pitchFamily="-80" charset="-128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83339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GB" dirty="0">
              <a:latin typeface="Arial"/>
              <a:ea typeface="ＭＳ Ｐゴシック" pitchFamily="-80" charset="-12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fld id="{24C8C45C-947F-4981-8B3F-4F32E973C901}" type="slidenum">
              <a:rPr lang="en-GB">
                <a:solidFill>
                  <a:srgbClr val="FFFFFF"/>
                </a:solidFill>
                <a:latin typeface="Arial"/>
                <a:ea typeface="ＭＳ Ｐゴシック" pitchFamily="-80" charset="-128"/>
              </a:rPr>
              <a:pPr fontAlgn="base">
                <a:spcBef>
                  <a:spcPct val="50000"/>
                </a:spcBef>
                <a:spcAft>
                  <a:spcPct val="0"/>
                </a:spcAft>
              </a:pPr>
              <a:t>2</a:t>
            </a:fld>
            <a:endParaRPr lang="en-GB" dirty="0">
              <a:solidFill>
                <a:srgbClr val="FFFFFF"/>
              </a:solidFill>
              <a:latin typeface="Arial"/>
              <a:ea typeface="ＭＳ Ｐゴシック" pitchFamily="-80" charset="-128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72C8824-EC16-CE05-3653-14BB503CF24A}"/>
              </a:ext>
            </a:extLst>
          </p:cNvPr>
          <p:cNvSpPr txBox="1">
            <a:spLocks/>
          </p:cNvSpPr>
          <p:nvPr/>
        </p:nvSpPr>
        <p:spPr>
          <a:xfrm>
            <a:off x="1524000" y="586153"/>
            <a:ext cx="9144000" cy="10961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6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Transcriptomics Training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CACB969-9AE3-185D-B0A4-54A6813227F5}"/>
              </a:ext>
            </a:extLst>
          </p:cNvPr>
          <p:cNvSpPr txBox="1">
            <a:spLocks/>
          </p:cNvSpPr>
          <p:nvPr/>
        </p:nvSpPr>
        <p:spPr>
          <a:xfrm>
            <a:off x="0" y="3577950"/>
            <a:ext cx="12192000" cy="3280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Novo Nordisk Foundation Biotechnology Research Institute for the Green Transition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Technical University of Denmark</a:t>
            </a:r>
            <a:endParaRPr kumimoji="0" lang="en-DK" sz="3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DK" sz="33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K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Science Platform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K" sz="3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Juliana Assis (Senior Data Scientist)</a:t>
            </a:r>
          </a:p>
          <a:p>
            <a:pPr>
              <a:defRPr/>
            </a:pPr>
            <a:r>
              <a:rPr kumimoji="0" lang="en-DK" sz="3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Sebastian Schulz (Senior Data Scientist)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K" sz="3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Edir Sebastian Vidal Castro (Junior Data Scientist)</a:t>
            </a:r>
          </a:p>
          <a:p>
            <a:pPr>
              <a:defRPr/>
            </a:pPr>
            <a:r>
              <a:rPr kumimoji="0" lang="en-DK" sz="3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Albert Pallej</a:t>
            </a:r>
            <a:r>
              <a:rPr kumimoji="0" lang="en-GB" sz="3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à</a:t>
            </a:r>
            <a:r>
              <a:rPr kumimoji="0" lang="en-DK" sz="3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Caro (Head of Data Science Platform)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DK" sz="3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K" sz="3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20 May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5D4016-4B88-EDA6-F17A-B24425D57ADC}"/>
              </a:ext>
            </a:extLst>
          </p:cNvPr>
          <p:cNvSpPr txBox="1"/>
          <p:nvPr/>
        </p:nvSpPr>
        <p:spPr>
          <a:xfrm>
            <a:off x="386862" y="1956612"/>
            <a:ext cx="113713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K" sz="4000" dirty="0">
                <a:latin typeface="Aptos" panose="02110004020202020204"/>
              </a:rPr>
              <a:t>Introduction to Illumina short-read </a:t>
            </a:r>
          </a:p>
          <a:p>
            <a:pPr algn="ctr"/>
            <a:r>
              <a:rPr lang="en-DK" sz="4000" dirty="0">
                <a:latin typeface="Aptos" panose="02110004020202020204"/>
              </a:rPr>
              <a:t>RNA sequencing, bioinformatics and data analysis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6634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3B4E-6D24-78B7-4128-B3A37F8B5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DK" dirty="0"/>
              <a:t>Agenda – 9.00-16.30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9A46D-6D23-30AB-8FCD-03D3CB806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468" y="991674"/>
            <a:ext cx="11594457" cy="56079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DK" sz="1400" b="1" dirty="0"/>
              <a:t>9.00: </a:t>
            </a:r>
            <a:r>
              <a:rPr lang="en-DK" sz="1400" dirty="0"/>
              <a:t>A</a:t>
            </a:r>
            <a:r>
              <a:rPr lang="da-DK" sz="1400" dirty="0" err="1"/>
              <a:t>rrival</a:t>
            </a:r>
            <a:r>
              <a:rPr lang="da-DK" sz="1400" dirty="0"/>
              <a:t> and </a:t>
            </a:r>
            <a:r>
              <a:rPr lang="da-DK" sz="1400" dirty="0" err="1"/>
              <a:t>coffee</a:t>
            </a:r>
            <a:endParaRPr lang="en-DK" sz="1400" b="1" dirty="0">
              <a:solidFill>
                <a:schemeClr val="accent1"/>
              </a:solidFill>
            </a:endParaRPr>
          </a:p>
          <a:p>
            <a:r>
              <a:rPr lang="en-DK" sz="1400" b="1" dirty="0"/>
              <a:t>9.15: </a:t>
            </a:r>
            <a:r>
              <a:rPr lang="en-DK" sz="1400" b="1" dirty="0">
                <a:solidFill>
                  <a:schemeClr val="accent1"/>
                </a:solidFill>
              </a:rPr>
              <a:t>Session 1</a:t>
            </a:r>
          </a:p>
          <a:p>
            <a:pPr lvl="1"/>
            <a:r>
              <a:rPr lang="en-DK" sz="1400" dirty="0"/>
              <a:t>Short course intro (</a:t>
            </a:r>
            <a:r>
              <a:rPr lang="en-DK" sz="1400" dirty="0">
                <a:highlight>
                  <a:srgbClr val="00FF00"/>
                </a:highlight>
              </a:rPr>
              <a:t>Albert</a:t>
            </a:r>
            <a:r>
              <a:rPr lang="en-DK" sz="1400" dirty="0"/>
              <a:t>) – </a:t>
            </a:r>
            <a:r>
              <a:rPr lang="en-DK" sz="1400" b="1" dirty="0"/>
              <a:t>5 min</a:t>
            </a:r>
          </a:p>
          <a:p>
            <a:pPr lvl="1"/>
            <a:r>
              <a:rPr lang="en-DK" sz="1400" dirty="0"/>
              <a:t>Theoretical background on RNAseq, incl. relevant molecular biology, and data processing (</a:t>
            </a:r>
            <a:r>
              <a:rPr lang="en-DK" sz="1400" dirty="0">
                <a:highlight>
                  <a:srgbClr val="FFFF00"/>
                </a:highlight>
              </a:rPr>
              <a:t>Sebastian</a:t>
            </a:r>
            <a:r>
              <a:rPr lang="en-DK" sz="1400" dirty="0"/>
              <a:t>) – </a:t>
            </a:r>
            <a:r>
              <a:rPr lang="en-DK" sz="1400" b="1" dirty="0"/>
              <a:t>75 min </a:t>
            </a:r>
            <a:r>
              <a:rPr lang="en-DK" sz="1400" dirty="0"/>
              <a:t>(24 slides)</a:t>
            </a:r>
          </a:p>
          <a:p>
            <a:r>
              <a:rPr lang="en-DK" sz="1400" i="1" dirty="0">
                <a:highlight>
                  <a:srgbClr val="C0C0C0"/>
                </a:highlight>
              </a:rPr>
              <a:t>~10:30: Coffee break - 15 min</a:t>
            </a:r>
          </a:p>
          <a:p>
            <a:r>
              <a:rPr lang="en-DK" sz="1400" b="1" dirty="0"/>
              <a:t>10.45: </a:t>
            </a:r>
            <a:r>
              <a:rPr lang="en-DK" sz="1400" b="1" dirty="0">
                <a:solidFill>
                  <a:schemeClr val="accent1"/>
                </a:solidFill>
              </a:rPr>
              <a:t>Session 2</a:t>
            </a:r>
            <a:endParaRPr lang="en-DK" sz="1400" b="1" i="1" dirty="0">
              <a:solidFill>
                <a:schemeClr val="accent1"/>
              </a:solidFill>
            </a:endParaRPr>
          </a:p>
          <a:p>
            <a:pPr lvl="1"/>
            <a:r>
              <a:rPr lang="en-DK" sz="1400" dirty="0"/>
              <a:t>Case study intro, hands-on data processing using the nf-core/rnaseq pipeline (</a:t>
            </a:r>
            <a:r>
              <a:rPr lang="en-DK" sz="1400" dirty="0">
                <a:highlight>
                  <a:srgbClr val="FFFF00"/>
                </a:highlight>
              </a:rPr>
              <a:t>Sebastian</a:t>
            </a:r>
            <a:r>
              <a:rPr lang="en-DK" sz="1400" dirty="0"/>
              <a:t>) – </a:t>
            </a:r>
            <a:r>
              <a:rPr lang="en-DK" sz="1400" b="1" dirty="0"/>
              <a:t>25 min </a:t>
            </a:r>
            <a:r>
              <a:rPr lang="en-DK" sz="1400" i="1" dirty="0"/>
              <a:t>(2 slides + code)</a:t>
            </a:r>
            <a:endParaRPr lang="en-DK" sz="1100" i="1" dirty="0"/>
          </a:p>
          <a:p>
            <a:pPr lvl="1"/>
            <a:r>
              <a:rPr lang="en-DK" sz="1400" dirty="0"/>
              <a:t>Evaluation of RNAseq processing results (multiQC report) – </a:t>
            </a:r>
            <a:r>
              <a:rPr lang="en-DK" sz="1400" b="1" dirty="0"/>
              <a:t>25 min </a:t>
            </a:r>
            <a:r>
              <a:rPr lang="en-DK" sz="1400" dirty="0"/>
              <a:t>(</a:t>
            </a:r>
            <a:r>
              <a:rPr lang="en-DK" sz="1400" dirty="0">
                <a:highlight>
                  <a:srgbClr val="FFFF00"/>
                </a:highlight>
              </a:rPr>
              <a:t>Sebastian</a:t>
            </a:r>
            <a:r>
              <a:rPr lang="en-DK" sz="1400" dirty="0"/>
              <a:t>) </a:t>
            </a:r>
            <a:endParaRPr lang="en-DK" sz="1400" b="1" dirty="0"/>
          </a:p>
          <a:p>
            <a:pPr lvl="1"/>
            <a:r>
              <a:rPr lang="en-DK" sz="1400" dirty="0"/>
              <a:t>Theoretical background on RNAseq data analysis (</a:t>
            </a:r>
            <a:r>
              <a:rPr lang="en-DK" sz="1400" dirty="0">
                <a:highlight>
                  <a:srgbClr val="FFFF00"/>
                </a:highlight>
              </a:rPr>
              <a:t>Sebastian</a:t>
            </a:r>
            <a:r>
              <a:rPr lang="en-DK" sz="1400" dirty="0"/>
              <a:t>) – </a:t>
            </a:r>
            <a:r>
              <a:rPr lang="en-DK" sz="1400" b="1" dirty="0"/>
              <a:t>45 min </a:t>
            </a:r>
            <a:r>
              <a:rPr lang="en-DK" sz="1400" dirty="0"/>
              <a:t>(12 slides)</a:t>
            </a:r>
            <a:endParaRPr lang="en-DK" sz="1400" dirty="0">
              <a:solidFill>
                <a:schemeClr val="accent1"/>
              </a:solidFill>
            </a:endParaRPr>
          </a:p>
          <a:p>
            <a:r>
              <a:rPr lang="en-DK" sz="1400" i="1" dirty="0">
                <a:highlight>
                  <a:srgbClr val="C0C0C0"/>
                </a:highlight>
              </a:rPr>
              <a:t>~12.15: Lunch </a:t>
            </a:r>
            <a:r>
              <a:rPr lang="en-DK" sz="1400" i="1">
                <a:highlight>
                  <a:srgbClr val="C0C0C0"/>
                </a:highlight>
              </a:rPr>
              <a:t>– </a:t>
            </a:r>
            <a:r>
              <a:rPr lang="en-DK" sz="1400" b="1" i="1">
                <a:highlight>
                  <a:srgbClr val="C0C0C0"/>
                </a:highlight>
              </a:rPr>
              <a:t>30 </a:t>
            </a:r>
            <a:r>
              <a:rPr lang="en-DK" sz="1400" b="1" i="1" dirty="0">
                <a:highlight>
                  <a:srgbClr val="C0C0C0"/>
                </a:highlight>
              </a:rPr>
              <a:t>min</a:t>
            </a:r>
            <a:endParaRPr lang="en-DK" sz="1400" i="1" dirty="0">
              <a:highlight>
                <a:srgbClr val="C0C0C0"/>
              </a:highlight>
            </a:endParaRPr>
          </a:p>
          <a:p>
            <a:r>
              <a:rPr lang="en-DK" sz="1400" b="1" dirty="0"/>
              <a:t>13.00: </a:t>
            </a:r>
            <a:r>
              <a:rPr lang="en-DK" sz="1400" b="1" dirty="0">
                <a:solidFill>
                  <a:schemeClr val="accent1"/>
                </a:solidFill>
              </a:rPr>
              <a:t>Session 3</a:t>
            </a:r>
            <a:endParaRPr lang="en-DK" sz="1400" dirty="0"/>
          </a:p>
          <a:p>
            <a:pPr lvl="1"/>
            <a:r>
              <a:rPr lang="en-DK" sz="1400" dirty="0"/>
              <a:t>Hands-on RNAseq data analysis using R (</a:t>
            </a:r>
            <a:r>
              <a:rPr lang="en-DK" sz="1400" dirty="0">
                <a:highlight>
                  <a:srgbClr val="00FFFF"/>
                </a:highlight>
              </a:rPr>
              <a:t>Juliana</a:t>
            </a:r>
            <a:r>
              <a:rPr lang="en-DK" sz="1400" dirty="0"/>
              <a:t>) – </a:t>
            </a:r>
            <a:r>
              <a:rPr lang="en-DK" sz="1400" b="1" dirty="0"/>
              <a:t>75 min</a:t>
            </a:r>
            <a:endParaRPr lang="en-DK" sz="1400" i="1" dirty="0"/>
          </a:p>
          <a:p>
            <a:r>
              <a:rPr lang="en-DK" sz="1400" i="1" dirty="0">
                <a:highlight>
                  <a:srgbClr val="C0C0C0"/>
                </a:highlight>
              </a:rPr>
              <a:t>~14.15: Coffee break – </a:t>
            </a:r>
            <a:r>
              <a:rPr lang="en-DK" sz="1400" b="1" i="1" dirty="0">
                <a:highlight>
                  <a:srgbClr val="C0C0C0"/>
                </a:highlight>
              </a:rPr>
              <a:t>15 min</a:t>
            </a:r>
          </a:p>
          <a:p>
            <a:r>
              <a:rPr lang="en-DK" sz="1400" b="1" dirty="0"/>
              <a:t>14.30: </a:t>
            </a:r>
            <a:r>
              <a:rPr lang="en-DK" sz="1400" b="1" dirty="0">
                <a:solidFill>
                  <a:schemeClr val="accent1"/>
                </a:solidFill>
              </a:rPr>
              <a:t>Session 3 - </a:t>
            </a:r>
            <a:r>
              <a:rPr lang="en-DK" sz="1400" dirty="0">
                <a:solidFill>
                  <a:schemeClr val="accent1"/>
                </a:solidFill>
              </a:rPr>
              <a:t>continued</a:t>
            </a:r>
            <a:endParaRPr lang="en-DK" sz="1400" dirty="0"/>
          </a:p>
          <a:p>
            <a:pPr lvl="1"/>
            <a:r>
              <a:rPr lang="en-DK" sz="1400" dirty="0"/>
              <a:t>Hands-on RNAseq data analysis using R (</a:t>
            </a:r>
            <a:r>
              <a:rPr lang="en-DK" sz="1400" dirty="0">
                <a:highlight>
                  <a:srgbClr val="00FFFF"/>
                </a:highlight>
              </a:rPr>
              <a:t>Juliana</a:t>
            </a:r>
            <a:r>
              <a:rPr lang="en-DK" sz="1400" dirty="0"/>
              <a:t>) – </a:t>
            </a:r>
            <a:r>
              <a:rPr lang="en-DK" sz="1400" b="1" dirty="0"/>
              <a:t>60 min</a:t>
            </a:r>
          </a:p>
          <a:p>
            <a:r>
              <a:rPr lang="en-DK" sz="1400" dirty="0">
                <a:highlight>
                  <a:srgbClr val="C0C0C0"/>
                </a:highlight>
              </a:rPr>
              <a:t>~15.30: Coffee break – </a:t>
            </a:r>
            <a:r>
              <a:rPr lang="en-DK" sz="1400" b="1" dirty="0">
                <a:highlight>
                  <a:srgbClr val="C0C0C0"/>
                </a:highlight>
              </a:rPr>
              <a:t>15 min</a:t>
            </a:r>
          </a:p>
          <a:p>
            <a:r>
              <a:rPr lang="en-DK" sz="1400" b="1" dirty="0"/>
              <a:t>15.45: </a:t>
            </a:r>
            <a:r>
              <a:rPr lang="en-DK" sz="1400" b="1" dirty="0">
                <a:solidFill>
                  <a:schemeClr val="accent1"/>
                </a:solidFill>
              </a:rPr>
              <a:t>Session 4</a:t>
            </a:r>
          </a:p>
          <a:p>
            <a:pPr lvl="1"/>
            <a:r>
              <a:rPr lang="en-DK" sz="1400" dirty="0"/>
              <a:t>Hands-on RNAseq data analysis using R (</a:t>
            </a:r>
            <a:r>
              <a:rPr lang="en-DK" sz="1400" dirty="0">
                <a:highlight>
                  <a:srgbClr val="00FFFF"/>
                </a:highlight>
              </a:rPr>
              <a:t>Juliana</a:t>
            </a:r>
            <a:r>
              <a:rPr lang="en-DK" sz="1400" dirty="0"/>
              <a:t>) – </a:t>
            </a:r>
            <a:r>
              <a:rPr lang="en-DK" sz="1400" b="1" dirty="0"/>
              <a:t>30 min</a:t>
            </a:r>
          </a:p>
          <a:p>
            <a:r>
              <a:rPr lang="en-DK" sz="1400" i="1" dirty="0"/>
              <a:t>16.30: Wrap and Q&amp;A Course ends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CF780-9428-49E3-75BE-07675B96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9224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588C-FB3D-55C5-0E2B-B289EB4EE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2199"/>
            <a:ext cx="10515600" cy="1325563"/>
          </a:xfrm>
        </p:spPr>
        <p:txBody>
          <a:bodyPr/>
          <a:lstStyle/>
          <a:p>
            <a:r>
              <a:rPr lang="en-DK" dirty="0"/>
              <a:t>Create the codespace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E660F-FCBC-2379-3ACA-8328B55FE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261" y="1147264"/>
            <a:ext cx="10515600" cy="1325564"/>
          </a:xfrm>
        </p:spPr>
        <p:txBody>
          <a:bodyPr>
            <a:normAutofit fontScale="92500" lnSpcReduction="20000"/>
          </a:bodyPr>
          <a:lstStyle/>
          <a:p>
            <a:r>
              <a:rPr lang="en-DK" sz="2000" dirty="0"/>
              <a:t>Log into your github account</a:t>
            </a:r>
          </a:p>
          <a:p>
            <a:r>
              <a:rPr lang="en-DK" sz="2000" dirty="0"/>
              <a:t>Open the training repo: </a:t>
            </a:r>
            <a:r>
              <a:rPr lang="en-GB" sz="2000" dirty="0">
                <a:hlinkClick r:id="rId2"/>
              </a:rPr>
              <a:t>https://github.com/biosustain/dsp_transcriptomics_training</a:t>
            </a:r>
            <a:endParaRPr lang="en-GB" sz="2000" dirty="0"/>
          </a:p>
          <a:p>
            <a:r>
              <a:rPr lang="en-GB" sz="2000" dirty="0"/>
              <a:t>Create </a:t>
            </a:r>
            <a:r>
              <a:rPr lang="en-GB" sz="2000" dirty="0" err="1"/>
              <a:t>codespace</a:t>
            </a:r>
            <a:r>
              <a:rPr lang="en-GB" sz="2000" dirty="0"/>
              <a:t> </a:t>
            </a:r>
            <a:r>
              <a:rPr lang="en-GB" sz="2000" b="1" dirty="0"/>
              <a:t>with </a:t>
            </a:r>
            <a:r>
              <a:rPr lang="en-GB" sz="2000" b="1" dirty="0">
                <a:solidFill>
                  <a:schemeClr val="accent2"/>
                </a:solidFill>
              </a:rPr>
              <a:t>4 cores </a:t>
            </a:r>
            <a:r>
              <a:rPr lang="en-GB" sz="2000" dirty="0"/>
              <a:t>which we will use to run code</a:t>
            </a:r>
          </a:p>
          <a:p>
            <a:r>
              <a:rPr lang="en-GB" sz="2000" dirty="0"/>
              <a:t>Creating the </a:t>
            </a:r>
            <a:r>
              <a:rPr lang="en-GB" sz="2000" dirty="0" err="1"/>
              <a:t>codspace</a:t>
            </a:r>
            <a:r>
              <a:rPr lang="en-GB" sz="2000" dirty="0"/>
              <a:t> will take about </a:t>
            </a:r>
            <a:r>
              <a:rPr lang="en-GB" sz="2000" u="sng" dirty="0"/>
              <a:t>30 mins</a:t>
            </a:r>
            <a:endParaRPr lang="en-DK" sz="2000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345CB-D043-C66B-1F99-73AADC9D5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4</a:t>
            </a:fld>
            <a:endParaRPr lang="en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B9C55-05BB-957A-2108-F53FA48D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23" r="-1"/>
          <a:stretch/>
        </p:blipFill>
        <p:spPr>
          <a:xfrm>
            <a:off x="603710" y="3429000"/>
            <a:ext cx="4654090" cy="2763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B0AC4D-BDB3-4B22-E0A1-CFE26D852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723" y="3843727"/>
            <a:ext cx="4865753" cy="2906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9B24AB-C36D-7C81-3ED6-3F470BAC5E1F}"/>
              </a:ext>
            </a:extLst>
          </p:cNvPr>
          <p:cNvSpPr txBox="1"/>
          <p:nvPr/>
        </p:nvSpPr>
        <p:spPr>
          <a:xfrm>
            <a:off x="6177723" y="2840792"/>
            <a:ext cx="48657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K" b="1" dirty="0">
                <a:solidFill>
                  <a:srgbClr val="104964"/>
                </a:solidFill>
                <a:highlight>
                  <a:srgbClr val="FFFF00"/>
                </a:highlight>
              </a:rPr>
              <a:t>!!! IMPORTANT !!!</a:t>
            </a:r>
          </a:p>
          <a:p>
            <a:pPr algn="ctr"/>
            <a:r>
              <a:rPr lang="en-DK" b="1" dirty="0"/>
              <a:t>Select </a:t>
            </a:r>
            <a:r>
              <a:rPr lang="en-DK" b="1" dirty="0">
                <a:solidFill>
                  <a:schemeClr val="accent2"/>
                </a:solidFill>
              </a:rPr>
              <a:t>4-cores</a:t>
            </a:r>
            <a:r>
              <a:rPr lang="en-DK" b="1" dirty="0"/>
              <a:t> for machine type before creating the codesapce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E4A6E8-E8AF-B1DE-9B10-F404E1F0A855}"/>
              </a:ext>
            </a:extLst>
          </p:cNvPr>
          <p:cNvCxnSpPr/>
          <p:nvPr/>
        </p:nvCxnSpPr>
        <p:spPr>
          <a:xfrm flipH="1">
            <a:off x="10795861" y="5501898"/>
            <a:ext cx="858864" cy="464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53C5EF-6CC2-9843-09F4-757CF7EBE6B3}"/>
              </a:ext>
            </a:extLst>
          </p:cNvPr>
          <p:cNvCxnSpPr>
            <a:cxnSpLocks/>
          </p:cNvCxnSpPr>
          <p:nvPr/>
        </p:nvCxnSpPr>
        <p:spPr>
          <a:xfrm flipH="1">
            <a:off x="5055766" y="3105834"/>
            <a:ext cx="722141" cy="533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9C8E4E-7983-E486-F11E-AD53A9802666}"/>
              </a:ext>
            </a:extLst>
          </p:cNvPr>
          <p:cNvCxnSpPr>
            <a:cxnSpLocks/>
          </p:cNvCxnSpPr>
          <p:nvPr/>
        </p:nvCxnSpPr>
        <p:spPr>
          <a:xfrm flipH="1">
            <a:off x="4573471" y="4511579"/>
            <a:ext cx="9645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EA5EC8-A5ED-3893-D902-577E50DDC69C}"/>
              </a:ext>
            </a:extLst>
          </p:cNvPr>
          <p:cNvCxnSpPr>
            <a:cxnSpLocks/>
          </p:cNvCxnSpPr>
          <p:nvPr/>
        </p:nvCxnSpPr>
        <p:spPr>
          <a:xfrm flipH="1">
            <a:off x="4681957" y="4015780"/>
            <a:ext cx="9046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E75299-9AA8-7595-8B96-9FD66E7F1EC0}"/>
              </a:ext>
            </a:extLst>
          </p:cNvPr>
          <p:cNvSpPr txBox="1"/>
          <p:nvPr/>
        </p:nvSpPr>
        <p:spPr>
          <a:xfrm>
            <a:off x="5743568" y="287722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chemeClr val="accent2"/>
                </a:solidFill>
              </a:rPr>
              <a:t>1.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A8685E-FAE1-5CFE-AA24-90B99A70CE9A}"/>
              </a:ext>
            </a:extLst>
          </p:cNvPr>
          <p:cNvSpPr txBox="1"/>
          <p:nvPr/>
        </p:nvSpPr>
        <p:spPr>
          <a:xfrm>
            <a:off x="5553867" y="386754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chemeClr val="accent2"/>
                </a:solidFill>
              </a:rPr>
              <a:t>2.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F5ACE-8422-6020-D199-CB9AA5377064}"/>
              </a:ext>
            </a:extLst>
          </p:cNvPr>
          <p:cNvSpPr txBox="1"/>
          <p:nvPr/>
        </p:nvSpPr>
        <p:spPr>
          <a:xfrm>
            <a:off x="5545481" y="432691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chemeClr val="accent2"/>
                </a:solidFill>
              </a:rPr>
              <a:t>3.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B3B4C-7BCB-A6E0-B0F5-DAF7AC7D4052}"/>
              </a:ext>
            </a:extLst>
          </p:cNvPr>
          <p:cNvSpPr txBox="1"/>
          <p:nvPr/>
        </p:nvSpPr>
        <p:spPr>
          <a:xfrm>
            <a:off x="11616083" y="5126955"/>
            <a:ext cx="527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3200" b="1" dirty="0">
                <a:solidFill>
                  <a:schemeClr val="accent2"/>
                </a:solidFill>
              </a:rPr>
              <a:t>4.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F812D8-077D-75AC-1062-F4A963F28AD5}"/>
              </a:ext>
            </a:extLst>
          </p:cNvPr>
          <p:cNvCxnSpPr>
            <a:cxnSpLocks/>
          </p:cNvCxnSpPr>
          <p:nvPr/>
        </p:nvCxnSpPr>
        <p:spPr>
          <a:xfrm flipH="1">
            <a:off x="10879886" y="6264788"/>
            <a:ext cx="499744" cy="149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0E1EB92-1F20-0D22-7269-C1C763A7E62C}"/>
              </a:ext>
            </a:extLst>
          </p:cNvPr>
          <p:cNvSpPr txBox="1"/>
          <p:nvPr/>
        </p:nvSpPr>
        <p:spPr>
          <a:xfrm>
            <a:off x="11379630" y="604467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chemeClr val="accent2"/>
                </a:solidFill>
              </a:rPr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345605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4054-79CA-0A3F-44A0-C1F1909A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DK" dirty="0"/>
              <a:t>Course overview and your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4CCF0-B680-56B4-7D96-F0E8788C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5</a:t>
            </a:fld>
            <a:endParaRPr lang="en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F88DD-497C-6A58-97B1-76AB224E468A}"/>
              </a:ext>
            </a:extLst>
          </p:cNvPr>
          <p:cNvSpPr txBox="1"/>
          <p:nvPr/>
        </p:nvSpPr>
        <p:spPr>
          <a:xfrm>
            <a:off x="175590" y="1101069"/>
            <a:ext cx="10164417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2000" b="1" dirty="0">
                <a:solidFill>
                  <a:srgbClr val="104964"/>
                </a:solidFill>
              </a:rPr>
              <a:t>Topics of this introductory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Introduction to </a:t>
            </a:r>
            <a:r>
              <a:rPr lang="en-DK" u="sng" dirty="0"/>
              <a:t>Illumina short read RNA sequencing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Theoretical background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Data processing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DK" dirty="0"/>
              <a:t>Standardized nf-core/rnaseq pipeline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DK" dirty="0"/>
              <a:t>Relevant software components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E</a:t>
            </a:r>
            <a:r>
              <a:rPr lang="en-DK" dirty="0"/>
              <a:t>valuation of results (quality control)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Downstream data analysis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DK" dirty="0"/>
              <a:t>Differential gene expression analysis of a treament-control study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S</a:t>
            </a:r>
            <a:r>
              <a:rPr lang="en-DK" dirty="0"/>
              <a:t>tatistics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DK" dirty="0"/>
              <a:t>Basic methods for biological interpretation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DK" dirty="0"/>
              <a:t>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33495-6150-CAB6-510E-3F65DE609596}"/>
              </a:ext>
            </a:extLst>
          </p:cNvPr>
          <p:cNvSpPr txBox="1"/>
          <p:nvPr/>
        </p:nvSpPr>
        <p:spPr>
          <a:xfrm>
            <a:off x="175590" y="4659372"/>
            <a:ext cx="101644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2000" b="1" dirty="0">
                <a:solidFill>
                  <a:srgbClr val="104964"/>
                </a:solidFill>
              </a:rPr>
              <a:t>Your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General overview of RNAseq processing and analysis		</a:t>
            </a:r>
            <a:r>
              <a:rPr lang="en-DK" dirty="0">
                <a:solidFill>
                  <a:schemeClr val="accent6">
                    <a:lumMod val="75000"/>
                  </a:schemeClr>
                </a:solidFill>
              </a:rPr>
              <a:t>covered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Required software tools					</a:t>
            </a:r>
            <a:r>
              <a:rPr lang="en-DK" dirty="0">
                <a:solidFill>
                  <a:schemeClr val="accent6">
                    <a:lumMod val="75000"/>
                  </a:schemeClr>
                </a:solidFill>
              </a:rPr>
              <a:t>covered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Visualization						</a:t>
            </a:r>
            <a:r>
              <a:rPr lang="en-DK" dirty="0">
                <a:solidFill>
                  <a:schemeClr val="accent6">
                    <a:lumMod val="75000"/>
                  </a:schemeClr>
                </a:solidFill>
              </a:rPr>
              <a:t>covered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iModulon analysis					</a:t>
            </a:r>
            <a:r>
              <a:rPr lang="en-DK" dirty="0">
                <a:solidFill>
                  <a:srgbClr val="C00000"/>
                </a:solidFill>
              </a:rPr>
              <a:t>not covered </a:t>
            </a:r>
            <a:r>
              <a:rPr lang="en-DK" dirty="0"/>
              <a:t>(discussion)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</a:t>
            </a:r>
            <a:r>
              <a:rPr lang="en-DK" dirty="0"/>
              <a:t>ime-course RNAseq analysis				</a:t>
            </a:r>
            <a:r>
              <a:rPr lang="en-DK" dirty="0">
                <a:solidFill>
                  <a:srgbClr val="C00000"/>
                </a:solidFill>
              </a:rPr>
              <a:t>not covered </a:t>
            </a:r>
            <a:r>
              <a:rPr lang="en-DK" dirty="0"/>
              <a:t>(discussion)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S</a:t>
            </a:r>
            <a:r>
              <a:rPr lang="en-GB" dirty="0" err="1"/>
              <a:t>i</a:t>
            </a:r>
            <a:r>
              <a:rPr lang="en-DK" dirty="0"/>
              <a:t>ngle-cell RNAseq					</a:t>
            </a:r>
            <a:r>
              <a:rPr lang="en-DK" dirty="0">
                <a:solidFill>
                  <a:srgbClr val="C00000"/>
                </a:solidFill>
              </a:rPr>
              <a:t>not covered </a:t>
            </a:r>
            <a:r>
              <a:rPr lang="en-DK" dirty="0"/>
              <a:t>(discussion)</a:t>
            </a:r>
          </a:p>
        </p:txBody>
      </p:sp>
    </p:spTree>
    <p:extLst>
      <p:ext uri="{BB962C8B-B14F-4D97-AF65-F5344CB8AC3E}">
        <p14:creationId xmlns:p14="http://schemas.microsoft.com/office/powerpoint/2010/main" val="201635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37ADC4-F163-B7CA-EB7D-2CC352DFE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2" y="2754224"/>
            <a:ext cx="10215416" cy="38126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E9C4EB-AE0B-D9D2-F5D0-B7AC91BD4C93}"/>
              </a:ext>
            </a:extLst>
          </p:cNvPr>
          <p:cNvSpPr/>
          <p:nvPr/>
        </p:nvSpPr>
        <p:spPr>
          <a:xfrm>
            <a:off x="1582615" y="1137138"/>
            <a:ext cx="3990871" cy="5031791"/>
          </a:xfrm>
          <a:prstGeom prst="rect">
            <a:avLst/>
          </a:prstGeom>
          <a:solidFill>
            <a:schemeClr val="accent2">
              <a:lumMod val="20000"/>
              <a:lumOff val="80000"/>
              <a:alpha val="11284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7FEBC-54CF-B2CE-1181-D703C14F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da-DK" dirty="0" err="1"/>
              <a:t>Studying</a:t>
            </a:r>
            <a:r>
              <a:rPr lang="da-DK" dirty="0"/>
              <a:t> </a:t>
            </a:r>
            <a:r>
              <a:rPr lang="en-DK" dirty="0"/>
              <a:t>the transcriptome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78B4B-F8C1-2561-EA98-4E15072E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6</a:t>
            </a:fld>
            <a:endParaRPr lang="en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BA1B2-A2B7-A3D3-AC37-9F09A3117BAD}"/>
              </a:ext>
            </a:extLst>
          </p:cNvPr>
          <p:cNvSpPr txBox="1"/>
          <p:nvPr/>
        </p:nvSpPr>
        <p:spPr>
          <a:xfrm>
            <a:off x="6739779" y="6250371"/>
            <a:ext cx="446392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050" dirty="0">
                <a:latin typeface="Aptos" panose="020B0004020202020204" pitchFamily="34" charset="0"/>
              </a:rPr>
              <a:t>Eukaryotic example shown here</a:t>
            </a:r>
          </a:p>
          <a:p>
            <a:r>
              <a:rPr lang="en-DK" sz="1050" dirty="0">
                <a:latin typeface="Aptos" panose="020B0004020202020204" pitchFamily="34" charset="0"/>
              </a:rPr>
              <a:t>Modified from 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-apple-system"/>
                <a:hlinkClick r:id="rId3"/>
              </a:rPr>
              <a:t>https://doi.org/10.1038/s41580-020-0231-2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 </a:t>
            </a:r>
            <a:endParaRPr lang="en-DK" sz="1050" dirty="0">
              <a:latin typeface="Aptos" panose="020B0004020202020204" pitchFamily="34" charset="0"/>
            </a:endParaRPr>
          </a:p>
          <a:p>
            <a:r>
              <a:rPr lang="da-DK" sz="1050" dirty="0" err="1">
                <a:latin typeface="Aptos" panose="020B0004020202020204" pitchFamily="34" charset="0"/>
              </a:rPr>
              <a:t>Inspired</a:t>
            </a:r>
            <a:r>
              <a:rPr lang="da-DK" sz="1050" dirty="0">
                <a:latin typeface="Aptos" panose="020B0004020202020204" pitchFamily="34" charset="0"/>
              </a:rPr>
              <a:t> by </a:t>
            </a:r>
            <a:r>
              <a:rPr lang="en-GB" sz="1050" b="0" dirty="0">
                <a:effectLst/>
                <a:latin typeface="Aptos" panose="020B0004020202020204" pitchFamily="34" charset="0"/>
              </a:rPr>
              <a:t>Marco </a:t>
            </a:r>
            <a:r>
              <a:rPr lang="en-GB" sz="1050" b="0" dirty="0" err="1">
                <a:effectLst/>
                <a:latin typeface="Aptos" panose="020B0004020202020204" pitchFamily="34" charset="0"/>
              </a:rPr>
              <a:t>Reverenna</a:t>
            </a:r>
            <a:r>
              <a:rPr lang="en-GB" sz="1050" b="0" dirty="0">
                <a:effectLst/>
                <a:latin typeface="Aptos" panose="020B0004020202020204" pitchFamily="34" charset="0"/>
              </a:rPr>
              <a:t>, Proteomics course 2025</a:t>
            </a:r>
            <a:r>
              <a:rPr lang="en-GB" sz="1050" b="0" dirty="0">
                <a:latin typeface="Aptos" panose="020B0004020202020204" pitchFamily="34" charset="0"/>
              </a:rPr>
              <a:t> (</a:t>
            </a:r>
            <a:r>
              <a:rPr lang="en-GB" sz="1050" dirty="0">
                <a:effectLst/>
                <a:latin typeface="Aptos" panose="020B0004020202020204" pitchFamily="34" charset="0"/>
                <a:hlinkClick r:id="rId4"/>
              </a:rPr>
              <a:t>Slides on github</a:t>
            </a:r>
            <a:r>
              <a:rPr lang="en-GB" sz="1050" dirty="0">
                <a:effectLst/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7918-AC39-FBDE-7108-57A87D55F776}"/>
              </a:ext>
            </a:extLst>
          </p:cNvPr>
          <p:cNvSpPr txBox="1"/>
          <p:nvPr/>
        </p:nvSpPr>
        <p:spPr>
          <a:xfrm>
            <a:off x="1582614" y="1164916"/>
            <a:ext cx="399087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400" b="1" dirty="0">
                <a:solidFill>
                  <a:srgbClr val="104964"/>
                </a:solidFill>
              </a:rPr>
              <a:t>Transcriptional and post-transcriptional regulation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sz="1400" dirty="0">
                <a:solidFill>
                  <a:srgbClr val="104964"/>
                </a:solidFill>
              </a:rPr>
              <a:t>Global analysis of changes of transcriptional activity (induction, repression)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sz="1400" dirty="0">
                <a:solidFill>
                  <a:srgbClr val="104964"/>
                </a:solidFill>
              </a:rPr>
              <a:t>Transcription factor activity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sz="1400" dirty="0">
                <a:solidFill>
                  <a:srgbClr val="104964"/>
                </a:solidFill>
              </a:rPr>
              <a:t>Epigenetics (e.g. chromatin accessibility)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sz="1400" dirty="0">
                <a:solidFill>
                  <a:srgbClr val="104964"/>
                </a:solidFill>
              </a:rPr>
              <a:t>Enhancers and silencers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sz="1400" dirty="0">
                <a:solidFill>
                  <a:srgbClr val="104964"/>
                </a:solidFill>
              </a:rPr>
              <a:t>mRNA stability</a:t>
            </a:r>
          </a:p>
          <a:p>
            <a:r>
              <a:rPr lang="en-GB" sz="1400" b="1" dirty="0">
                <a:solidFill>
                  <a:srgbClr val="104964"/>
                </a:solidFill>
              </a:rPr>
              <a:t>Non-coding RNAs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04964"/>
                </a:solidFill>
              </a:rPr>
              <a:t>microRNAs and long n</a:t>
            </a:r>
            <a:r>
              <a:rPr lang="en-DK" sz="1400" dirty="0">
                <a:solidFill>
                  <a:srgbClr val="104964"/>
                </a:solidFill>
              </a:rPr>
              <a:t>on-coding RNAs (antisense, intronic and intergenic transcription)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sz="1400" dirty="0">
                <a:solidFill>
                  <a:srgbClr val="104964"/>
                </a:solidFill>
              </a:rPr>
              <a:t>sRNAs (bacteria)</a:t>
            </a:r>
          </a:p>
        </p:txBody>
      </p:sp>
    </p:spTree>
    <p:extLst>
      <p:ext uri="{BB962C8B-B14F-4D97-AF65-F5344CB8AC3E}">
        <p14:creationId xmlns:p14="http://schemas.microsoft.com/office/powerpoint/2010/main" val="2739568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D44B-0A4A-CF04-DA59-BF31226A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E68A-1550-7BA8-E9F6-CB9AA104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8"/>
            <a:ext cx="10515600" cy="1325563"/>
          </a:xfrm>
        </p:spPr>
        <p:txBody>
          <a:bodyPr/>
          <a:lstStyle/>
          <a:p>
            <a:r>
              <a:rPr lang="en-DK" dirty="0"/>
              <a:t>Eukaryotic and prokaryotic gene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D70E2-1A03-137E-BDC5-4C8A2CBF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7</a:t>
            </a:fld>
            <a:endParaRPr lang="en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AAE34B-8F1F-C183-435A-A912EB4C2115}"/>
              </a:ext>
            </a:extLst>
          </p:cNvPr>
          <p:cNvSpPr txBox="1"/>
          <p:nvPr/>
        </p:nvSpPr>
        <p:spPr>
          <a:xfrm>
            <a:off x="7498197" y="1625932"/>
            <a:ext cx="45315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Mostly </a:t>
            </a:r>
            <a:r>
              <a:rPr lang="en-DK" b="1" dirty="0"/>
              <a:t>monocistronic</a:t>
            </a:r>
            <a:endParaRPr lang="en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Exons and introns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u="sng" dirty="0" err="1"/>
              <a:t>Impact</a:t>
            </a:r>
            <a:r>
              <a:rPr lang="da-DK" b="1" u="sng" dirty="0"/>
              <a:t> on </a:t>
            </a:r>
            <a:r>
              <a:rPr lang="en-DK" b="1" u="sng" dirty="0"/>
              <a:t>data analysis:</a:t>
            </a:r>
            <a:r>
              <a:rPr lang="en-DK" b="1" dirty="0"/>
              <a:t> </a:t>
            </a:r>
            <a:r>
              <a:rPr lang="en-DK" dirty="0"/>
              <a:t>align reads against exons only if the goal ist to study gene expression of protein-coding genes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B6EDB-5980-0ABE-E81F-CE9F8064E724}"/>
              </a:ext>
            </a:extLst>
          </p:cNvPr>
          <p:cNvSpPr txBox="1"/>
          <p:nvPr/>
        </p:nvSpPr>
        <p:spPr>
          <a:xfrm>
            <a:off x="7403463" y="4414201"/>
            <a:ext cx="4194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Many </a:t>
            </a:r>
            <a:r>
              <a:rPr lang="en-DK" b="1" dirty="0"/>
              <a:t>polycistronic</a:t>
            </a:r>
            <a:r>
              <a:rPr lang="en-DK" dirty="0"/>
              <a:t>,</a:t>
            </a:r>
            <a:r>
              <a:rPr lang="en-DK" i="1" dirty="0"/>
              <a:t> i.e. </a:t>
            </a:r>
            <a:r>
              <a:rPr lang="en-DK" dirty="0"/>
              <a:t>many genes organised in an operon, but also </a:t>
            </a:r>
            <a:r>
              <a:rPr lang="en-DK" b="1" dirty="0"/>
              <a:t>monocistronic</a:t>
            </a:r>
          </a:p>
        </p:txBody>
      </p:sp>
      <p:pic>
        <p:nvPicPr>
          <p:cNvPr id="9" name="Picture 8" descr="A diagram of dna structure&#10;&#10;Description automatically generated">
            <a:extLst>
              <a:ext uri="{FF2B5EF4-FFF2-40B4-BE49-F238E27FC236}">
                <a16:creationId xmlns:a16="http://schemas.microsoft.com/office/drawing/2014/main" id="{713FF302-0155-8A81-C4B1-6A84E9D6E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14" y="1196883"/>
            <a:ext cx="6730973" cy="539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7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D874-D5C2-91D3-D480-B8051FACA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47FC-1AA7-BC71-074B-BE9C1E285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762" y="0"/>
            <a:ext cx="10515600" cy="1325563"/>
          </a:xfrm>
        </p:spPr>
        <p:txBody>
          <a:bodyPr/>
          <a:lstStyle/>
          <a:p>
            <a:r>
              <a:rPr lang="en-DK" dirty="0"/>
              <a:t>Eukaryotic gene expression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9BAD5-D5D1-4F93-A2CD-C3C59EFC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8</a:t>
            </a:fld>
            <a:endParaRPr lang="en-DK"/>
          </a:p>
        </p:txBody>
      </p:sp>
      <p:pic>
        <p:nvPicPr>
          <p:cNvPr id="6146" name="Picture 2" descr="A schematic of a eukaryotic cell and its interior shows the transcription of DNA to RNA, and the translation of RNA to protein in four steps: transcription, RNA splicing, nuclear export, and translation. Each step is represented by a labeled arrow. Transcription of a DNA template to a pre-mRNA and the splicing of the pre-mRNA into a mature mRNA are shown inside the cell nucleus. The nuclear export brings the mature mRNA to the cytoplasm, where the mature mRNA message is translated into a protein.">
            <a:extLst>
              <a:ext uri="{FF2B5EF4-FFF2-40B4-BE49-F238E27FC236}">
                <a16:creationId xmlns:a16="http://schemas.microsoft.com/office/drawing/2014/main" id="{2E85209B-B086-4767-F2B6-E16AD206B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97050"/>
            <a:ext cx="5103694" cy="45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3178A0-CFCA-675E-5A80-2A31B58907E3}"/>
              </a:ext>
            </a:extLst>
          </p:cNvPr>
          <p:cNvSpPr txBox="1"/>
          <p:nvPr/>
        </p:nvSpPr>
        <p:spPr>
          <a:xfrm>
            <a:off x="5569561" y="6356350"/>
            <a:ext cx="525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200" dirty="0">
                <a:hlinkClick r:id="rId3"/>
              </a:rPr>
              <a:t>https://www.nature.com/scitable/topicpage/gene-expression-14121669/</a:t>
            </a:r>
            <a:r>
              <a:rPr lang="en-DK" sz="12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D5141-9185-FB90-4B6D-7CB9BF04C2EF}"/>
              </a:ext>
            </a:extLst>
          </p:cNvPr>
          <p:cNvSpPr txBox="1"/>
          <p:nvPr/>
        </p:nvSpPr>
        <p:spPr>
          <a:xfrm>
            <a:off x="6096000" y="2026508"/>
            <a:ext cx="5642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Usually </a:t>
            </a:r>
            <a:r>
              <a:rPr lang="en-GB" dirty="0" err="1"/>
              <a:t>monocistronic</a:t>
            </a:r>
            <a:r>
              <a:rPr lang="en-GB" dirty="0"/>
              <a:t> gene structure with exons and introns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Eukaryotic mRNAs are poly-adenylated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</a:t>
            </a:r>
            <a:r>
              <a:rPr lang="en-DK" dirty="0"/>
              <a:t>re-mRNA undergoes splicing to remove introns leaving exons that enode a protein (note there is also alternative splicing)</a:t>
            </a:r>
          </a:p>
        </p:txBody>
      </p:sp>
    </p:spTree>
    <p:extLst>
      <p:ext uri="{BB962C8B-B14F-4D97-AF65-F5344CB8AC3E}">
        <p14:creationId xmlns:p14="http://schemas.microsoft.com/office/powerpoint/2010/main" val="3037727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08783-0ABF-24E3-2F91-49661922B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DK" dirty="0"/>
              <a:t>Prokayotic gene expression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437AD-0ECE-4922-CACD-BDCC559A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9</a:t>
            </a:fld>
            <a:endParaRPr lang="en-DK"/>
          </a:p>
        </p:txBody>
      </p:sp>
      <p:pic>
        <p:nvPicPr>
          <p:cNvPr id="4098" name="Picture 2" descr="Diagram of an operon. At one end is a regulatory gene; the operon proper begins further down. The operon is composed of a promoter, an operator, and structural genes (in this case 4, labeled A – D). Transcription produces a single mRNA strand that contains all the structural genes. Translation of this single mRNA produces 4 different proteins (A, B, C, D).">
            <a:extLst>
              <a:ext uri="{FF2B5EF4-FFF2-40B4-BE49-F238E27FC236}">
                <a16:creationId xmlns:a16="http://schemas.microsoft.com/office/drawing/2014/main" id="{125FFA58-60E6-18D6-CA4F-E23662941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20" y="1832302"/>
            <a:ext cx="8343900" cy="345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93BB3E-EF0D-D0B6-7766-F53E0E49B153}"/>
              </a:ext>
            </a:extLst>
          </p:cNvPr>
          <p:cNvSpPr txBox="1"/>
          <p:nvPr/>
        </p:nvSpPr>
        <p:spPr>
          <a:xfrm>
            <a:off x="531020" y="6408107"/>
            <a:ext cx="96461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100" dirty="0">
                <a:hlinkClick r:id="rId3"/>
              </a:rPr>
              <a:t>https://courses.lumenlearning.com/suny-wmopen-biology1/chapter/outcome-prokaryotic-gene-regulation/</a:t>
            </a:r>
            <a:r>
              <a:rPr lang="en-DK" sz="11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A8302-2D04-589C-7C65-8FBB15339725}"/>
              </a:ext>
            </a:extLst>
          </p:cNvPr>
          <p:cNvSpPr txBox="1"/>
          <p:nvPr/>
        </p:nvSpPr>
        <p:spPr>
          <a:xfrm>
            <a:off x="9067555" y="3559750"/>
            <a:ext cx="3124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</a:t>
            </a:r>
            <a:r>
              <a:rPr lang="en-DK" dirty="0"/>
              <a:t>olycistronic mRNA encodes many open reading frames encoding individual proteins</a:t>
            </a:r>
          </a:p>
        </p:txBody>
      </p:sp>
    </p:spTree>
    <p:extLst>
      <p:ext uri="{BB962C8B-B14F-4D97-AF65-F5344CB8AC3E}">
        <p14:creationId xmlns:p14="http://schemas.microsoft.com/office/powerpoint/2010/main" val="1336506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1F23-BFCF-8979-D9B0-0BE6E80A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DK" dirty="0"/>
              <a:t>Transcriptome analysis using RNA sequencing (RNAseq)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5008D-1BE7-F4BB-BF48-34E0AF6C5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b="1" dirty="0"/>
              <a:t>Short read sequencing (today’s topic)</a:t>
            </a:r>
          </a:p>
          <a:p>
            <a:pPr lvl="1"/>
            <a:r>
              <a:rPr lang="en-DK" b="1" dirty="0"/>
              <a:t>Illumina (50 – 300 base pairs)</a:t>
            </a:r>
            <a:endParaRPr lang="en-DK" dirty="0"/>
          </a:p>
          <a:p>
            <a:r>
              <a:rPr lang="en-DK" dirty="0"/>
              <a:t>Long-read sequencing</a:t>
            </a:r>
          </a:p>
          <a:p>
            <a:pPr lvl="1"/>
            <a:r>
              <a:rPr lang="en-DK" dirty="0"/>
              <a:t>1000 – 10000 base pairs</a:t>
            </a:r>
          </a:p>
          <a:p>
            <a:pPr lvl="1"/>
            <a:r>
              <a:rPr lang="en-DK" dirty="0"/>
              <a:t>Oxford Nanopore</a:t>
            </a:r>
          </a:p>
          <a:p>
            <a:pPr lvl="1"/>
            <a:r>
              <a:rPr lang="en-DK" dirty="0"/>
              <a:t>PacBio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72C91-44E7-D213-2000-5E6BFD13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82843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DCD7-E84A-78BF-F4FE-5C80BE84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ure: The sequencing workflow. Image adapted from Van den Berge et al. (2019).">
            <a:extLst>
              <a:ext uri="{FF2B5EF4-FFF2-40B4-BE49-F238E27FC236}">
                <a16:creationId xmlns:a16="http://schemas.microsoft.com/office/drawing/2014/main" id="{078B4B28-03CC-231B-9F4B-E3C436AAC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405" y="4092643"/>
            <a:ext cx="7802977" cy="234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A2BD4D-BC71-EDFD-0A64-56E8E6B4C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63992" cy="1325563"/>
          </a:xfrm>
        </p:spPr>
        <p:txBody>
          <a:bodyPr/>
          <a:lstStyle/>
          <a:p>
            <a:r>
              <a:rPr lang="en-DK" dirty="0"/>
              <a:t>Illumina sequencing technology – RNAseq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68DD9-0D16-D8DE-1398-D0CD12B6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11</a:t>
            </a:fld>
            <a:endParaRPr lang="en-DK" dirty="0"/>
          </a:p>
        </p:txBody>
      </p:sp>
      <p:pic>
        <p:nvPicPr>
          <p:cNvPr id="1026" name="Picture 2" descr="Figure: The sequencing workflow. Image adapted from Van den Berge et al. (2019).">
            <a:extLst>
              <a:ext uri="{FF2B5EF4-FFF2-40B4-BE49-F238E27FC236}">
                <a16:creationId xmlns:a16="http://schemas.microsoft.com/office/drawing/2014/main" id="{BE8760E3-3C9D-F623-55E6-2962CD7A5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406" y="1723411"/>
            <a:ext cx="7802977" cy="234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22D52A-F642-37BE-0AF8-AC615607239B}"/>
              </a:ext>
            </a:extLst>
          </p:cNvPr>
          <p:cNvSpPr txBox="1"/>
          <p:nvPr/>
        </p:nvSpPr>
        <p:spPr>
          <a:xfrm>
            <a:off x="7416236" y="6590670"/>
            <a:ext cx="36828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100" dirty="0">
                <a:hlinkClick r:id="rId3"/>
              </a:rPr>
              <a:t>https://statomics.github.io/SGA/sequencing_intro.html</a:t>
            </a:r>
            <a:r>
              <a:rPr lang="en-DK" sz="11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C750E3-5CF4-F5D7-8E38-7C34D1A677CB}"/>
              </a:ext>
            </a:extLst>
          </p:cNvPr>
          <p:cNvSpPr txBox="1"/>
          <p:nvPr/>
        </p:nvSpPr>
        <p:spPr>
          <a:xfrm>
            <a:off x="204839" y="1134646"/>
            <a:ext cx="11625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No direct RNA sequencing! Instead, RNA is enzymatically reverse transcribed to yield cDNA that is sequenced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3F82F-A865-4908-A8D1-B9348AFFA807}"/>
              </a:ext>
            </a:extLst>
          </p:cNvPr>
          <p:cNvSpPr txBox="1"/>
          <p:nvPr/>
        </p:nvSpPr>
        <p:spPr>
          <a:xfrm>
            <a:off x="9576382" y="2173682"/>
            <a:ext cx="25657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cDNA (copyDNA) libraries usually differ in size, </a:t>
            </a:r>
            <a:r>
              <a:rPr lang="en-DK" i="1" dirty="0"/>
              <a:t>i.e.</a:t>
            </a:r>
            <a:r>
              <a:rPr lang="en-DK" dirty="0"/>
              <a:t> in the total number of sequenced reads, between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b="1" dirty="0"/>
              <a:t>Impact on data analysis: </a:t>
            </a:r>
            <a:r>
              <a:rPr lang="en-DK" dirty="0"/>
              <a:t>normalization by library size needed for inter-sample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701F5-92EB-21F4-2894-BC9DB5B03335}"/>
              </a:ext>
            </a:extLst>
          </p:cNvPr>
          <p:cNvSpPr txBox="1"/>
          <p:nvPr/>
        </p:nvSpPr>
        <p:spPr>
          <a:xfrm>
            <a:off x="49857" y="2335051"/>
            <a:ext cx="1538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/>
              <a:t>Control cells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8F8E76-4DFB-0023-059D-1F1724D2AB49}"/>
              </a:ext>
            </a:extLst>
          </p:cNvPr>
          <p:cNvSpPr txBox="1"/>
          <p:nvPr/>
        </p:nvSpPr>
        <p:spPr>
          <a:xfrm>
            <a:off x="49857" y="4794264"/>
            <a:ext cx="1528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/>
              <a:t>Treated cells</a:t>
            </a:r>
          </a:p>
        </p:txBody>
      </p:sp>
    </p:spTree>
    <p:extLst>
      <p:ext uri="{BB962C8B-B14F-4D97-AF65-F5344CB8AC3E}">
        <p14:creationId xmlns:p14="http://schemas.microsoft.com/office/powerpoint/2010/main" val="229901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903B-6E7E-61E3-DDCC-3D847BDD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63992" cy="1325563"/>
          </a:xfrm>
        </p:spPr>
        <p:txBody>
          <a:bodyPr/>
          <a:lstStyle/>
          <a:p>
            <a:r>
              <a:rPr lang="en-DK" dirty="0"/>
              <a:t>Illumina sequencing technology – RNAseq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AC204-AE1A-4ACB-3B77-B51F62D6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12</a:t>
            </a:fld>
            <a:endParaRPr lang="en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81A67-C2BE-7F96-0EB8-065CA727BEA9}"/>
              </a:ext>
            </a:extLst>
          </p:cNvPr>
          <p:cNvSpPr txBox="1"/>
          <p:nvPr/>
        </p:nvSpPr>
        <p:spPr>
          <a:xfrm>
            <a:off x="131509" y="1107996"/>
            <a:ext cx="69767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Random or oligo(T) priming for reverse transcription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For prokaryotes: random primers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Enrichment of poly-adenylated RNAs possible (target enrichment)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6E7D2C-A7FF-07FE-1847-B16C55525FBB}"/>
              </a:ext>
            </a:extLst>
          </p:cNvPr>
          <p:cNvSpPr txBox="1"/>
          <p:nvPr/>
        </p:nvSpPr>
        <p:spPr>
          <a:xfrm>
            <a:off x="838200" y="6354375"/>
            <a:ext cx="97793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200" dirty="0">
                <a:hlinkClick r:id="rId2"/>
              </a:rPr>
              <a:t>https://www.illumina.com/content/dam/illumina-marketing/documents/products/research_reviews/rna-sequencing-methods-review-web.pdf</a:t>
            </a:r>
            <a:r>
              <a:rPr lang="en-DK" sz="12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A66B3-ABBE-D83D-F3E9-EBE046A7F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73" y="2267982"/>
            <a:ext cx="10232881" cy="348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51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9CCEE-6CD3-5C7A-57B0-21B35397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27120-3F5E-94B8-595D-71D39371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63992" cy="1325563"/>
          </a:xfrm>
        </p:spPr>
        <p:txBody>
          <a:bodyPr/>
          <a:lstStyle/>
          <a:p>
            <a:r>
              <a:rPr lang="en-DK" dirty="0"/>
              <a:t>Illumina sequencing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0D48C-535C-8FE4-DD0C-B32799F6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13</a:t>
            </a:fld>
            <a:endParaRPr lang="en-DK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6CF3589-CBC5-1E00-C2CD-0D622F8AA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71" y="1735511"/>
            <a:ext cx="6243062" cy="439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496263-7092-1595-8EE5-3B2AB3F0C9EE}"/>
              </a:ext>
            </a:extLst>
          </p:cNvPr>
          <p:cNvSpPr txBox="1"/>
          <p:nvPr/>
        </p:nvSpPr>
        <p:spPr>
          <a:xfrm>
            <a:off x="772886" y="6255866"/>
            <a:ext cx="65864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100" dirty="0">
                <a:hlinkClick r:id="rId4"/>
              </a:rPr>
              <a:t>https://www.sciencedirect.com/topics/immunology-and-microbiology/illumina-dye-sequencing</a:t>
            </a:r>
            <a:r>
              <a:rPr lang="en-DK" sz="11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3C332-8465-FA32-3CA2-06C32A42B077}"/>
              </a:ext>
            </a:extLst>
          </p:cNvPr>
          <p:cNvSpPr txBox="1"/>
          <p:nvPr/>
        </p:nvSpPr>
        <p:spPr>
          <a:xfrm>
            <a:off x="7291824" y="1789941"/>
            <a:ext cx="47022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</a:t>
            </a:r>
            <a:r>
              <a:rPr lang="en-DK" dirty="0"/>
              <a:t>daptors are ligated to fragmented DNA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DNA is attached on a surface and amplified forming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Sequencing-By-Synthesis (SBS):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Incorporation of fluorophore-labeled dNTPs is measured during DNA synthesis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b="1" u="sng" dirty="0"/>
              <a:t>Impact on data analysis:</a:t>
            </a:r>
            <a:r>
              <a:rPr lang="en-DK" u="sng" dirty="0"/>
              <a:t> </a:t>
            </a:r>
            <a:r>
              <a:rPr lang="en-DK" dirty="0"/>
              <a:t>adaptor sequences have to be removed prior to analysis (adaptor trimming)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538B2-1EB5-4C59-92D9-808E33983924}"/>
              </a:ext>
            </a:extLst>
          </p:cNvPr>
          <p:cNvSpPr txBox="1"/>
          <p:nvPr/>
        </p:nvSpPr>
        <p:spPr>
          <a:xfrm>
            <a:off x="239486" y="1090449"/>
            <a:ext cx="8538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Massively parallel sequencing of DNA immobilized on a solid surface of a flow cell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6C694-265F-37CB-CA48-ED512453E46A}"/>
              </a:ext>
            </a:extLst>
          </p:cNvPr>
          <p:cNvSpPr txBox="1"/>
          <p:nvPr/>
        </p:nvSpPr>
        <p:spPr>
          <a:xfrm>
            <a:off x="7181636" y="5272540"/>
            <a:ext cx="491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 err="1"/>
              <a:t>Very</a:t>
            </a:r>
            <a:r>
              <a:rPr lang="da-DK" sz="1600" dirty="0"/>
              <a:t> </a:t>
            </a:r>
            <a:r>
              <a:rPr lang="da-DK" sz="1600" dirty="0" err="1"/>
              <a:t>good</a:t>
            </a:r>
            <a:r>
              <a:rPr lang="da-DK" sz="1600" dirty="0"/>
              <a:t> video with </a:t>
            </a:r>
            <a:r>
              <a:rPr lang="da-DK" sz="1600" dirty="0" err="1"/>
              <a:t>further</a:t>
            </a:r>
            <a:r>
              <a:rPr lang="da-DK" sz="1600" dirty="0"/>
              <a:t> </a:t>
            </a:r>
            <a:r>
              <a:rPr lang="da-DK" sz="1600" dirty="0" err="1"/>
              <a:t>details</a:t>
            </a:r>
            <a:r>
              <a:rPr lang="da-DK" sz="1600" dirty="0"/>
              <a:t> on </a:t>
            </a:r>
            <a:r>
              <a:rPr lang="da-DK" sz="1600" dirty="0" err="1"/>
              <a:t>Illumina</a:t>
            </a:r>
            <a:r>
              <a:rPr lang="da-DK" sz="1600" dirty="0"/>
              <a:t> </a:t>
            </a:r>
            <a:r>
              <a:rPr lang="da-DK" sz="1600" dirty="0" err="1"/>
              <a:t>paired</a:t>
            </a:r>
            <a:r>
              <a:rPr lang="da-DK" sz="1600" dirty="0"/>
              <a:t>-end </a:t>
            </a:r>
            <a:r>
              <a:rPr lang="da-DK" sz="1600" dirty="0" err="1"/>
              <a:t>sequencing</a:t>
            </a:r>
            <a:r>
              <a:rPr lang="da-DK" sz="1600" dirty="0"/>
              <a:t> (</a:t>
            </a:r>
            <a:r>
              <a:rPr lang="da-DK" sz="1600" dirty="0" err="1"/>
              <a:t>found</a:t>
            </a:r>
            <a:r>
              <a:rPr lang="da-DK" sz="1600" dirty="0"/>
              <a:t> by Albert and </a:t>
            </a:r>
            <a:r>
              <a:rPr lang="da-DK" sz="1600" dirty="0" err="1"/>
              <a:t>presented</a:t>
            </a:r>
            <a:r>
              <a:rPr lang="da-DK" sz="1600" dirty="0"/>
              <a:t> in </a:t>
            </a:r>
            <a:r>
              <a:rPr lang="da-DK" sz="1600" dirty="0" err="1"/>
              <a:t>metagenomics</a:t>
            </a:r>
            <a:r>
              <a:rPr lang="da-DK" sz="1600" dirty="0"/>
              <a:t> </a:t>
            </a:r>
            <a:r>
              <a:rPr lang="da-DK" sz="1600" dirty="0" err="1"/>
              <a:t>course</a:t>
            </a:r>
            <a:r>
              <a:rPr lang="da-DK" sz="1600" dirty="0"/>
              <a:t>):</a:t>
            </a:r>
          </a:p>
          <a:p>
            <a:r>
              <a:rPr lang="en-GB" sz="1600" dirty="0">
                <a:hlinkClick r:id="rId5"/>
              </a:rPr>
              <a:t>https://www.youtube.com/watch?v=HMyCqWhwB8E</a:t>
            </a:r>
            <a:r>
              <a:rPr lang="da-DK" sz="1600" dirty="0"/>
              <a:t> </a:t>
            </a:r>
            <a:endParaRPr lang="en-DK" sz="1600" dirty="0"/>
          </a:p>
        </p:txBody>
      </p:sp>
    </p:spTree>
    <p:extLst>
      <p:ext uri="{BB962C8B-B14F-4D97-AF65-F5344CB8AC3E}">
        <p14:creationId xmlns:p14="http://schemas.microsoft.com/office/powerpoint/2010/main" val="388412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16C6E-DFD7-C385-B8AA-BBBDCA3D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9743-9443-18B7-7316-E9C3E435D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63992" cy="1325563"/>
          </a:xfrm>
        </p:spPr>
        <p:txBody>
          <a:bodyPr/>
          <a:lstStyle/>
          <a:p>
            <a:r>
              <a:rPr lang="en-DK" dirty="0"/>
              <a:t>Illumina sequencing technology – Paired-end sequencing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46821-6F01-B7D2-73B9-B2DC914E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14</a:t>
            </a:fld>
            <a:endParaRPr lang="en-DK"/>
          </a:p>
        </p:txBody>
      </p:sp>
      <p:pic>
        <p:nvPicPr>
          <p:cNvPr id="1026" name="Picture 2" descr="What is Paired-End Sequencing">
            <a:extLst>
              <a:ext uri="{FF2B5EF4-FFF2-40B4-BE49-F238E27FC236}">
                <a16:creationId xmlns:a16="http://schemas.microsoft.com/office/drawing/2014/main" id="{E48C9201-FC97-B110-CFC6-5D870FC5B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65" y="1778902"/>
            <a:ext cx="7375510" cy="476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02AEB6-C8E3-3613-2F98-B7B82DA12F28}"/>
              </a:ext>
            </a:extLst>
          </p:cNvPr>
          <p:cNvSpPr txBox="1"/>
          <p:nvPr/>
        </p:nvSpPr>
        <p:spPr>
          <a:xfrm>
            <a:off x="7385886" y="6441453"/>
            <a:ext cx="1198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linkClick r:id="rId4"/>
              </a:rPr>
              <a:t>Source</a:t>
            </a:r>
            <a:r>
              <a:rPr lang="en-DK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A1AE0-7222-1139-EC1D-88113A3CEB7A}"/>
              </a:ext>
            </a:extLst>
          </p:cNvPr>
          <p:cNvSpPr txBox="1"/>
          <p:nvPr/>
        </p:nvSpPr>
        <p:spPr>
          <a:xfrm>
            <a:off x="8244530" y="1582340"/>
            <a:ext cx="347533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Higher accuracy when DNA is sequenced from both 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Reads can be aligned with higher precision, especially in complex genomic regions (repetitive sequences)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D</a:t>
            </a:r>
            <a:r>
              <a:rPr lang="en-GB" b="0" i="0" u="none" strike="noStrike" dirty="0">
                <a:effectLst/>
                <a:latin typeface="Aptos" panose="020B0004020202020204" pitchFamily="34" charset="0"/>
              </a:rPr>
              <a:t>etection of genomic rearrangements</a:t>
            </a:r>
            <a:endParaRPr lang="en-GB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  <a:latin typeface="Aptos" panose="020B0004020202020204" pitchFamily="34" charset="0"/>
              </a:rPr>
              <a:t>Detection of gene fusions and novel transcripts</a:t>
            </a:r>
            <a:endParaRPr lang="en-DK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966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714A7-FFE8-597A-7641-92662159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33"/>
            <a:ext cx="10515600" cy="1325563"/>
          </a:xfrm>
        </p:spPr>
        <p:txBody>
          <a:bodyPr/>
          <a:lstStyle/>
          <a:p>
            <a:r>
              <a:rPr lang="en-DK" dirty="0"/>
              <a:t>Major steps and goals in RNAseq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B1DF8-1451-3308-6109-7471C5C24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15</a:t>
            </a:fld>
            <a:endParaRPr lang="en-DK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215982-E05A-5583-0EEF-8501DD1CF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2" r="1798"/>
          <a:stretch/>
        </p:blipFill>
        <p:spPr bwMode="auto">
          <a:xfrm>
            <a:off x="50800" y="1225550"/>
            <a:ext cx="6183594" cy="505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354B94-AC32-FC42-D19A-CD2C6BC06C1A}"/>
              </a:ext>
            </a:extLst>
          </p:cNvPr>
          <p:cNvSpPr txBox="1"/>
          <p:nvPr/>
        </p:nvSpPr>
        <p:spPr>
          <a:xfrm>
            <a:off x="6396345" y="1050020"/>
            <a:ext cx="55828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b="1" dirty="0"/>
              <a:t>Major steps in RNAseq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Quality control (QC)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u="sng" dirty="0"/>
              <a:t>Alignment:</a:t>
            </a:r>
            <a:r>
              <a:rPr lang="en-DK" dirty="0"/>
              <a:t> map reads to a reference sequence (e.g. genome)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u="sng" dirty="0"/>
              <a:t>Read quantification:</a:t>
            </a:r>
            <a:r>
              <a:rPr lang="en-DK" dirty="0"/>
              <a:t> count</a:t>
            </a:r>
            <a:r>
              <a:rPr lang="en-DK"/>
              <a:t>/quantify </a:t>
            </a:r>
            <a:r>
              <a:rPr lang="en-DK" dirty="0"/>
              <a:t>how many reads are aligned to a specific genomic region (feature)</a:t>
            </a:r>
          </a:p>
          <a:p>
            <a:endParaRPr lang="en-DK" b="1" dirty="0"/>
          </a:p>
          <a:p>
            <a:r>
              <a:rPr lang="en-DK" b="1" dirty="0"/>
              <a:t>Focus in this course is quantification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One major goal of R</a:t>
            </a:r>
            <a:r>
              <a:rPr lang="en-GB" dirty="0" err="1"/>
              <a:t>NAseq</a:t>
            </a:r>
            <a:r>
              <a:rPr lang="en-GB" dirty="0"/>
              <a:t> is differential expression (DE) analysis comparing read counts of a specific genomic feature between biological experiments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endParaRPr lang="en-GB" b="1" dirty="0"/>
          </a:p>
          <a:p>
            <a:r>
              <a:rPr lang="en-GB" b="1" dirty="0"/>
              <a:t>Further goals (not covered today)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New transcript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New isoform detection (alternative splicing)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8DB0E4-D82C-10DD-4ADA-C0CE035AB0EE}"/>
              </a:ext>
            </a:extLst>
          </p:cNvPr>
          <p:cNvSpPr txBox="1"/>
          <p:nvPr/>
        </p:nvSpPr>
        <p:spPr>
          <a:xfrm>
            <a:off x="643696" y="6422638"/>
            <a:ext cx="4749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200" dirty="0">
                <a:hlinkClick r:id="rId3"/>
              </a:rPr>
              <a:t>https://bioconnector.github.io/bims8382/r-rnaseq-airway.html</a:t>
            </a:r>
            <a:r>
              <a:rPr lang="en-DK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6F493-B2C9-A955-7366-2D32E4B9B159}"/>
              </a:ext>
            </a:extLst>
          </p:cNvPr>
          <p:cNvSpPr txBox="1"/>
          <p:nvPr/>
        </p:nvSpPr>
        <p:spPr>
          <a:xfrm>
            <a:off x="7764778" y="4432438"/>
            <a:ext cx="1538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/>
              <a:t>Control cells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410B1-9013-2AFB-29A0-665AA25A22AA}"/>
              </a:ext>
            </a:extLst>
          </p:cNvPr>
          <p:cNvSpPr/>
          <p:nvPr/>
        </p:nvSpPr>
        <p:spPr>
          <a:xfrm>
            <a:off x="7873187" y="4758495"/>
            <a:ext cx="133138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Gene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E4204C-0282-7068-F164-0B47618C7171}"/>
              </a:ext>
            </a:extLst>
          </p:cNvPr>
          <p:cNvCxnSpPr/>
          <p:nvPr/>
        </p:nvCxnSpPr>
        <p:spPr>
          <a:xfrm>
            <a:off x="7951251" y="5219934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FA1A2-F097-CCAA-3E25-A7CEB40028FD}"/>
              </a:ext>
            </a:extLst>
          </p:cNvPr>
          <p:cNvCxnSpPr/>
          <p:nvPr/>
        </p:nvCxnSpPr>
        <p:spPr>
          <a:xfrm>
            <a:off x="8103651" y="5296134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6546C3E-402A-CFFF-A2A2-0497F09F581E}"/>
              </a:ext>
            </a:extLst>
          </p:cNvPr>
          <p:cNvSpPr/>
          <p:nvPr/>
        </p:nvSpPr>
        <p:spPr>
          <a:xfrm>
            <a:off x="9614661" y="4766743"/>
            <a:ext cx="133138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Gene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D83480-AE13-ED2F-6433-839FEC77FA3A}"/>
              </a:ext>
            </a:extLst>
          </p:cNvPr>
          <p:cNvCxnSpPr/>
          <p:nvPr/>
        </p:nvCxnSpPr>
        <p:spPr>
          <a:xfrm>
            <a:off x="9662677" y="5206073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83D9C6-AFE7-60D6-BB5E-D63EE8FB0CC0}"/>
              </a:ext>
            </a:extLst>
          </p:cNvPr>
          <p:cNvCxnSpPr/>
          <p:nvPr/>
        </p:nvCxnSpPr>
        <p:spPr>
          <a:xfrm>
            <a:off x="9815077" y="5294973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420A57-5E6B-6FDC-84CF-A40E60FD3A99}"/>
              </a:ext>
            </a:extLst>
          </p:cNvPr>
          <p:cNvCxnSpPr/>
          <p:nvPr/>
        </p:nvCxnSpPr>
        <p:spPr>
          <a:xfrm>
            <a:off x="9967477" y="5396573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13618E-05AD-6BC8-D642-087CA6EC4519}"/>
              </a:ext>
            </a:extLst>
          </p:cNvPr>
          <p:cNvCxnSpPr/>
          <p:nvPr/>
        </p:nvCxnSpPr>
        <p:spPr>
          <a:xfrm>
            <a:off x="10119877" y="5498173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D880A6-2439-0BBC-CD14-4ACC279F7D6D}"/>
              </a:ext>
            </a:extLst>
          </p:cNvPr>
          <p:cNvSpPr txBox="1"/>
          <p:nvPr/>
        </p:nvSpPr>
        <p:spPr>
          <a:xfrm>
            <a:off x="9562046" y="4428910"/>
            <a:ext cx="1528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/>
              <a:t>Treated cells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0556F2-5DC0-6EAF-5D83-F8F663F11692}"/>
              </a:ext>
            </a:extLst>
          </p:cNvPr>
          <p:cNvCxnSpPr/>
          <p:nvPr/>
        </p:nvCxnSpPr>
        <p:spPr>
          <a:xfrm>
            <a:off x="10272277" y="5587073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535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82C7-C14A-242B-F1A1-96E9586AC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DK" dirty="0"/>
              <a:t>Bioinformatics for Illumina short read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5BD78-BA33-CC78-71E5-6AACE73EB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064" y="1421364"/>
            <a:ext cx="11392435" cy="4351338"/>
          </a:xfrm>
        </p:spPr>
        <p:txBody>
          <a:bodyPr>
            <a:normAutofit fontScale="92500" lnSpcReduction="10000"/>
          </a:bodyPr>
          <a:lstStyle/>
          <a:p>
            <a:r>
              <a:rPr lang="en-DK" b="1" dirty="0"/>
              <a:t>1. Data processing (nf-core/rnaseq pipeline) – selected software tools</a:t>
            </a:r>
          </a:p>
          <a:p>
            <a:pPr lvl="1"/>
            <a:r>
              <a:rPr lang="en-DK" dirty="0"/>
              <a:t>Quality control (QC), MultiQC</a:t>
            </a:r>
          </a:p>
          <a:p>
            <a:pPr lvl="1"/>
            <a:r>
              <a:rPr lang="en-DK" dirty="0"/>
              <a:t>Read alignment</a:t>
            </a:r>
          </a:p>
          <a:p>
            <a:pPr lvl="1"/>
            <a:r>
              <a:rPr lang="en-DK" dirty="0"/>
              <a:t>Read quantification</a:t>
            </a:r>
          </a:p>
          <a:p>
            <a:r>
              <a:rPr lang="en-DK" b="1" dirty="0"/>
              <a:t>2. Post-processing data analysis</a:t>
            </a:r>
          </a:p>
          <a:p>
            <a:pPr lvl="1"/>
            <a:r>
              <a:rPr lang="en-DK" dirty="0"/>
              <a:t>Normalization methods</a:t>
            </a:r>
          </a:p>
          <a:p>
            <a:pPr lvl="1"/>
            <a:r>
              <a:rPr lang="en-DK" dirty="0"/>
              <a:t>Differential gene expression (DGE </a:t>
            </a:r>
            <a:r>
              <a:rPr lang="en-DK" i="1" dirty="0"/>
              <a:t>or</a:t>
            </a:r>
            <a:r>
              <a:rPr lang="en-DK" dirty="0"/>
              <a:t> DE) analysis</a:t>
            </a:r>
          </a:p>
          <a:p>
            <a:pPr lvl="2"/>
            <a:r>
              <a:rPr lang="en-DK" dirty="0"/>
              <a:t>Statistics</a:t>
            </a:r>
          </a:p>
          <a:p>
            <a:pPr lvl="2"/>
            <a:r>
              <a:rPr lang="en-DK" dirty="0"/>
              <a:t>DESeq2 (R programming language)</a:t>
            </a:r>
          </a:p>
          <a:p>
            <a:pPr lvl="1"/>
            <a:r>
              <a:rPr lang="en-DK" dirty="0"/>
              <a:t>Functional analysis for biological interpretation</a:t>
            </a:r>
          </a:p>
          <a:p>
            <a:pPr lvl="2"/>
            <a:r>
              <a:rPr lang="en-DK" dirty="0"/>
              <a:t>Overrepresentation analysis (ORA)</a:t>
            </a:r>
          </a:p>
          <a:p>
            <a:pPr lvl="2"/>
            <a:r>
              <a:rPr lang="en-DK" dirty="0"/>
              <a:t>Gene-set enrichment analysis (GSEA)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71F7C-7AD3-EEB2-3865-A7925A33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1738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4AD5-08C0-E1A8-8DD3-E3A5BE0F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2760AD8-CA53-9AC3-A911-CB13E831517E}"/>
              </a:ext>
            </a:extLst>
          </p:cNvPr>
          <p:cNvSpPr/>
          <p:nvPr/>
        </p:nvSpPr>
        <p:spPr>
          <a:xfrm>
            <a:off x="2231149" y="3804274"/>
            <a:ext cx="8500557" cy="1598782"/>
          </a:xfrm>
          <a:prstGeom prst="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DCD59-987E-8451-29AD-816690E1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DK" dirty="0"/>
              <a:t>1. Data processing – pipelining with nextflow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62B8F-3DF8-09C6-8326-DC0738CE6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17</a:t>
            </a:fld>
            <a:endParaRPr lang="en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3072C-F8FC-C812-871C-9574BACB54E3}"/>
              </a:ext>
            </a:extLst>
          </p:cNvPr>
          <p:cNvSpPr txBox="1"/>
          <p:nvPr/>
        </p:nvSpPr>
        <p:spPr>
          <a:xfrm>
            <a:off x="463113" y="1285005"/>
            <a:ext cx="107879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RNAseq data analysis requires the consecutive execution of individual software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Executing software tools one by one using the command line is possible but requires many manual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b="1" dirty="0"/>
              <a:t>Reproducible data processing and analysis </a:t>
            </a:r>
            <a:r>
              <a:rPr lang="en-DK" dirty="0"/>
              <a:t>can be achieved by chaining individual software versions (</a:t>
            </a:r>
            <a:r>
              <a:rPr lang="en-DK" b="1" dirty="0"/>
              <a:t>containerized using e.g. docker</a:t>
            </a:r>
            <a:r>
              <a:rPr lang="en-DK" dirty="0"/>
              <a:t>) using a </a:t>
            </a:r>
            <a:r>
              <a:rPr lang="en-DK" b="1" dirty="0"/>
              <a:t>dedicated pipelining tool, e.g. nextflow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Execution of pipeline is done using a single command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u="sng" dirty="0" err="1"/>
              <a:t>Nextflow</a:t>
            </a:r>
            <a:r>
              <a:rPr lang="en-GB" u="sng" dirty="0"/>
              <a:t>: </a:t>
            </a:r>
            <a:r>
              <a:rPr lang="en-GB" dirty="0"/>
              <a:t>P</a:t>
            </a:r>
            <a:r>
              <a:rPr lang="en-DK" dirty="0"/>
              <a:t>ortable (across different platforms), scalable (parallel data processing), reproducible (standardized workflow)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90CBD-E7C4-68AF-1ABE-22391E6F48AA}"/>
              </a:ext>
            </a:extLst>
          </p:cNvPr>
          <p:cNvSpPr txBox="1"/>
          <p:nvPr/>
        </p:nvSpPr>
        <p:spPr>
          <a:xfrm>
            <a:off x="5587823" y="4518823"/>
            <a:ext cx="1883529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DK" b="1" dirty="0"/>
              <a:t>Software 2</a:t>
            </a:r>
          </a:p>
          <a:p>
            <a:r>
              <a:rPr lang="en-DK" b="1" dirty="0"/>
              <a:t>Data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B459C5-65F6-7E7E-B903-10CE44B3D608}"/>
              </a:ext>
            </a:extLst>
          </p:cNvPr>
          <p:cNvSpPr txBox="1"/>
          <p:nvPr/>
        </p:nvSpPr>
        <p:spPr>
          <a:xfrm>
            <a:off x="8698005" y="4514954"/>
            <a:ext cx="1594026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DK" b="1" dirty="0"/>
              <a:t>Software 3</a:t>
            </a:r>
          </a:p>
          <a:p>
            <a:r>
              <a:rPr lang="en-DK" b="1" dirty="0"/>
              <a:t>Data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2762D-F9A4-DCB2-F58C-CBCD986BA63E}"/>
              </a:ext>
            </a:extLst>
          </p:cNvPr>
          <p:cNvSpPr txBox="1"/>
          <p:nvPr/>
        </p:nvSpPr>
        <p:spPr>
          <a:xfrm>
            <a:off x="2504306" y="4518823"/>
            <a:ext cx="1748236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DK" b="1" dirty="0"/>
              <a:t>Software 1</a:t>
            </a:r>
          </a:p>
          <a:p>
            <a:r>
              <a:rPr lang="en-DK" b="1" dirty="0"/>
              <a:t>Quality control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4D3E5C-85F6-2CAC-36A7-51E970073AF4}"/>
              </a:ext>
            </a:extLst>
          </p:cNvPr>
          <p:cNvSpPr txBox="1"/>
          <p:nvPr/>
        </p:nvSpPr>
        <p:spPr>
          <a:xfrm>
            <a:off x="2432867" y="4080151"/>
            <a:ext cx="2086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/>
              <a:t>C</a:t>
            </a:r>
            <a:r>
              <a:rPr lang="en-DK" sz="1600" i="1" dirty="0"/>
              <a:t>ommand to execute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F7797-2643-72A6-F287-2A4141CC1968}"/>
              </a:ext>
            </a:extLst>
          </p:cNvPr>
          <p:cNvSpPr txBox="1"/>
          <p:nvPr/>
        </p:nvSpPr>
        <p:spPr>
          <a:xfrm>
            <a:off x="2160712" y="3417694"/>
            <a:ext cx="4671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Pipeline: </a:t>
            </a:r>
            <a:r>
              <a:rPr lang="en-GB" dirty="0"/>
              <a:t>S</a:t>
            </a:r>
            <a:r>
              <a:rPr lang="en-DK" dirty="0"/>
              <a:t>ingle command to run the pipeline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6EC1E7-79D9-C944-7653-7361DB7657A9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4252542" y="4841989"/>
            <a:ext cx="13352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D8F04A-FB33-0EFF-23BC-C6B978C7218D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7471352" y="4838120"/>
            <a:ext cx="1226653" cy="3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2446C47-DC5C-CC6D-1C86-677A1C6B1CBA}"/>
              </a:ext>
            </a:extLst>
          </p:cNvPr>
          <p:cNvSpPr txBox="1"/>
          <p:nvPr/>
        </p:nvSpPr>
        <p:spPr>
          <a:xfrm>
            <a:off x="2911468" y="5695037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outfiles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B01B03-DCCE-92A6-63DD-12F4E5881FB7}"/>
              </a:ext>
            </a:extLst>
          </p:cNvPr>
          <p:cNvCxnSpPr>
            <a:stCxn id="7" idx="2"/>
            <a:endCxn id="23" idx="0"/>
          </p:cNvCxnSpPr>
          <p:nvPr/>
        </p:nvCxnSpPr>
        <p:spPr>
          <a:xfrm flipH="1">
            <a:off x="3377301" y="5165154"/>
            <a:ext cx="1123" cy="529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F9A4694-E842-F506-DCD1-B4F069E5C33B}"/>
              </a:ext>
            </a:extLst>
          </p:cNvPr>
          <p:cNvSpPr txBox="1"/>
          <p:nvPr/>
        </p:nvSpPr>
        <p:spPr>
          <a:xfrm>
            <a:off x="6122276" y="5695037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outfiles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CB18A56-C9C3-2ECB-4120-51FB85451128}"/>
              </a:ext>
            </a:extLst>
          </p:cNvPr>
          <p:cNvCxnSpPr>
            <a:endCxn id="26" idx="0"/>
          </p:cNvCxnSpPr>
          <p:nvPr/>
        </p:nvCxnSpPr>
        <p:spPr>
          <a:xfrm flipH="1">
            <a:off x="6588109" y="5165154"/>
            <a:ext cx="1123" cy="529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29C99F3-862C-D6D3-EF82-D57BA7A4E48A}"/>
              </a:ext>
            </a:extLst>
          </p:cNvPr>
          <p:cNvSpPr txBox="1"/>
          <p:nvPr/>
        </p:nvSpPr>
        <p:spPr>
          <a:xfrm>
            <a:off x="9029185" y="5695037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outfiles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73B278-78A1-7410-3D2A-B49607762755}"/>
              </a:ext>
            </a:extLst>
          </p:cNvPr>
          <p:cNvCxnSpPr>
            <a:endCxn id="28" idx="0"/>
          </p:cNvCxnSpPr>
          <p:nvPr/>
        </p:nvCxnSpPr>
        <p:spPr>
          <a:xfrm flipH="1">
            <a:off x="9495018" y="5165154"/>
            <a:ext cx="1123" cy="529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D2AACE3-7014-BC5D-6564-F564B94338B8}"/>
              </a:ext>
            </a:extLst>
          </p:cNvPr>
          <p:cNvSpPr txBox="1"/>
          <p:nvPr/>
        </p:nvSpPr>
        <p:spPr>
          <a:xfrm>
            <a:off x="569213" y="4653453"/>
            <a:ext cx="119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</a:t>
            </a:r>
            <a:r>
              <a:rPr lang="en-DK" dirty="0"/>
              <a:t>nput data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20C7997-B7AB-4998-C72E-724062A02F0F}"/>
              </a:ext>
            </a:extLst>
          </p:cNvPr>
          <p:cNvCxnSpPr>
            <a:cxnSpLocks/>
            <a:stCxn id="30" idx="3"/>
            <a:endCxn id="7" idx="1"/>
          </p:cNvCxnSpPr>
          <p:nvPr/>
        </p:nvCxnSpPr>
        <p:spPr>
          <a:xfrm>
            <a:off x="1768837" y="4838119"/>
            <a:ext cx="735469" cy="3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607476-0FB2-9B5D-5595-A5FD4B2F221A}"/>
              </a:ext>
            </a:extLst>
          </p:cNvPr>
          <p:cNvSpPr txBox="1"/>
          <p:nvPr/>
        </p:nvSpPr>
        <p:spPr>
          <a:xfrm>
            <a:off x="5492438" y="4089545"/>
            <a:ext cx="2086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/>
              <a:t>C</a:t>
            </a:r>
            <a:r>
              <a:rPr lang="en-DK" sz="1600" i="1" dirty="0"/>
              <a:t>ommand to execute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A1514-CA97-4640-AFBE-D6CE0C2DAF63}"/>
              </a:ext>
            </a:extLst>
          </p:cNvPr>
          <p:cNvSpPr txBox="1"/>
          <p:nvPr/>
        </p:nvSpPr>
        <p:spPr>
          <a:xfrm>
            <a:off x="8506028" y="4089545"/>
            <a:ext cx="2086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/>
              <a:t>C</a:t>
            </a:r>
            <a:r>
              <a:rPr lang="en-DK" sz="1600" i="1" dirty="0"/>
              <a:t>ommand to execute</a:t>
            </a:r>
          </a:p>
        </p:txBody>
      </p:sp>
    </p:spTree>
    <p:extLst>
      <p:ext uri="{BB962C8B-B14F-4D97-AF65-F5344CB8AC3E}">
        <p14:creationId xmlns:p14="http://schemas.microsoft.com/office/powerpoint/2010/main" val="3060244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2719A-7B60-5992-9E3A-6F7AFCAD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D664-D99B-EAF0-C31F-B587496D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DK" dirty="0"/>
              <a:t>1. Data processing – nf-core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AAC47-6B24-3EC9-9D80-70BA93B0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18</a:t>
            </a:fld>
            <a:endParaRPr lang="en-D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20C958-B6E2-E97B-4AA6-CCE8C0D84504}"/>
              </a:ext>
            </a:extLst>
          </p:cNvPr>
          <p:cNvSpPr txBox="1"/>
          <p:nvPr/>
        </p:nvSpPr>
        <p:spPr>
          <a:xfrm>
            <a:off x="7068692" y="6442531"/>
            <a:ext cx="3446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  <a:hlinkClick r:id="rId3"/>
              </a:rPr>
              <a:t>https://doi.org/10.1038/s41587-020-0439-x</a:t>
            </a:r>
            <a:r>
              <a:rPr lang="en-GB" sz="14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 </a:t>
            </a:r>
            <a:endParaRPr lang="en-DK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7BB8E0-5C70-FF24-3678-1AF1C8112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235" y="1351502"/>
            <a:ext cx="7772400" cy="25800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48F195-393D-F997-4E09-053E3BAD4F17}"/>
              </a:ext>
            </a:extLst>
          </p:cNvPr>
          <p:cNvSpPr txBox="1"/>
          <p:nvPr/>
        </p:nvSpPr>
        <p:spPr>
          <a:xfrm>
            <a:off x="571075" y="4299086"/>
            <a:ext cx="110498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b="1" dirty="0"/>
              <a:t>Collection of nextflow pipelines for bioinformatics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150 </a:t>
            </a:r>
            <a:r>
              <a:rPr lang="en-DK"/>
              <a:t>pipelines available: 91 </a:t>
            </a:r>
            <a:r>
              <a:rPr lang="en-DK" dirty="0"/>
              <a:t>released, 46 under development, </a:t>
            </a:r>
            <a:r>
              <a:rPr lang="en-DK"/>
              <a:t>13 archived (status 19 May 2026)</a:t>
            </a:r>
            <a:endParaRPr lang="en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u="sng" dirty="0"/>
              <a:t>Standardized</a:t>
            </a:r>
            <a:r>
              <a:rPr lang="en-DK" dirty="0"/>
              <a:t> and </a:t>
            </a:r>
            <a:r>
              <a:rPr lang="en-DK" u="sng" dirty="0"/>
              <a:t>parallel</a:t>
            </a:r>
            <a:r>
              <a:rPr lang="en-DK" dirty="0"/>
              <a:t> data processing (e.g. in the cloud)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Pipelines undergo </a:t>
            </a:r>
            <a:r>
              <a:rPr lang="en-DK" u="sng" dirty="0"/>
              <a:t>rigorous testing before release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u="sng" dirty="0"/>
              <a:t>Continiously tested </a:t>
            </a:r>
            <a:r>
              <a:rPr lang="en-DK" dirty="0"/>
              <a:t>and </a:t>
            </a:r>
            <a:r>
              <a:rPr lang="en-DK" u="sng" dirty="0"/>
              <a:t>maintained</a:t>
            </a:r>
            <a:r>
              <a:rPr lang="en-DK" dirty="0"/>
              <a:t> pipelines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Direction of development is heavily discussed with a community of developers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Active community of developers and users with </a:t>
            </a:r>
            <a:r>
              <a:rPr lang="en-DK" u="sng" dirty="0"/>
              <a:t>fast support and troubleshooting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Regular world-wide hackathons</a:t>
            </a:r>
          </a:p>
        </p:txBody>
      </p:sp>
      <p:pic>
        <p:nvPicPr>
          <p:cNvPr id="3074" name="Picture 2" descr="nf-core · GitHub">
            <a:extLst>
              <a:ext uri="{FF2B5EF4-FFF2-40B4-BE49-F238E27FC236}">
                <a16:creationId xmlns:a16="http://schemas.microsoft.com/office/drawing/2014/main" id="{66401AE2-709D-6DDF-69A6-5E4D92EDC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165320"/>
            <a:ext cx="3265487" cy="84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00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E829-0A45-5464-FA27-B8615A682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10"/>
            <a:ext cx="10515600" cy="1325563"/>
          </a:xfrm>
        </p:spPr>
        <p:txBody>
          <a:bodyPr/>
          <a:lstStyle/>
          <a:p>
            <a:r>
              <a:rPr lang="en-DK" dirty="0"/>
              <a:t>1. Data processing – nf-core/rnaseq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37F73-456F-5C72-1F90-BA24E281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19</a:t>
            </a:fld>
            <a:endParaRPr lang="en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462AA-50A1-F926-B3D6-3B4001D86A7F}"/>
              </a:ext>
            </a:extLst>
          </p:cNvPr>
          <p:cNvSpPr txBox="1"/>
          <p:nvPr/>
        </p:nvSpPr>
        <p:spPr>
          <a:xfrm>
            <a:off x="0" y="1029802"/>
            <a:ext cx="7224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b="1" dirty="0"/>
              <a:t>We will follow the </a:t>
            </a:r>
            <a:r>
              <a:rPr lang="en-DK" b="1" dirty="0">
                <a:solidFill>
                  <a:schemeClr val="accent2"/>
                </a:solidFill>
              </a:rPr>
              <a:t>orange</a:t>
            </a:r>
            <a:r>
              <a:rPr lang="en-DK" b="1" dirty="0"/>
              <a:t> route to process bacterial RNAseq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82DC7-5289-448B-32D8-982DE174762B}"/>
              </a:ext>
            </a:extLst>
          </p:cNvPr>
          <p:cNvSpPr txBox="1"/>
          <p:nvPr/>
        </p:nvSpPr>
        <p:spPr>
          <a:xfrm>
            <a:off x="6799597" y="1698232"/>
            <a:ext cx="2613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chemeClr val="accent2"/>
                </a:solidFill>
              </a:rPr>
              <a:t>Alignment: Bowtie2</a:t>
            </a:r>
          </a:p>
          <a:p>
            <a:r>
              <a:rPr lang="en-DK" b="1" dirty="0">
                <a:solidFill>
                  <a:schemeClr val="accent2"/>
                </a:solidFill>
              </a:rPr>
              <a:t>Quantification: Salmon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87B4D-A7E0-1BF5-106F-CD557C9D5DCE}"/>
              </a:ext>
            </a:extLst>
          </p:cNvPr>
          <p:cNvSpPr txBox="1"/>
          <p:nvPr/>
        </p:nvSpPr>
        <p:spPr>
          <a:xfrm>
            <a:off x="328224" y="1723984"/>
            <a:ext cx="2286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f</a:t>
            </a:r>
            <a:r>
              <a:rPr lang="en-DK" i="1" dirty="0"/>
              <a:t>astq </a:t>
            </a:r>
            <a:r>
              <a:rPr lang="en-GB" i="1" dirty="0"/>
              <a:t>r</a:t>
            </a:r>
            <a:r>
              <a:rPr lang="en-DK" i="1" dirty="0"/>
              <a:t>ead files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B3B09A-B5D8-C70D-B5D5-8C00A009EC2A}"/>
              </a:ext>
            </a:extLst>
          </p:cNvPr>
          <p:cNvSpPr txBox="1"/>
          <p:nvPr/>
        </p:nvSpPr>
        <p:spPr>
          <a:xfrm>
            <a:off x="3765861" y="1723984"/>
            <a:ext cx="1585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 err="1"/>
              <a:t>Genome</a:t>
            </a:r>
            <a:r>
              <a:rPr lang="da-DK" i="1" dirty="0"/>
              <a:t> </a:t>
            </a:r>
            <a:r>
              <a:rPr lang="da-DK" i="1" dirty="0" err="1"/>
              <a:t>fasta</a:t>
            </a:r>
            <a:endParaRPr lang="da-DK" i="1" dirty="0"/>
          </a:p>
          <a:p>
            <a:r>
              <a:rPr lang="da-DK" i="1" dirty="0"/>
              <a:t>Annotation </a:t>
            </a:r>
            <a:r>
              <a:rPr lang="da-DK" i="1" dirty="0" err="1"/>
              <a:t>gtf</a:t>
            </a:r>
            <a:endParaRPr lang="en-DK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717414-0CF2-1F86-369B-063D36D0FF53}"/>
              </a:ext>
            </a:extLst>
          </p:cNvPr>
          <p:cNvSpPr txBox="1"/>
          <p:nvPr/>
        </p:nvSpPr>
        <p:spPr>
          <a:xfrm>
            <a:off x="8851298" y="4224186"/>
            <a:ext cx="1664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 err="1"/>
              <a:t>MultiQC</a:t>
            </a:r>
            <a:r>
              <a:rPr lang="da-DK" i="1" dirty="0"/>
              <a:t> </a:t>
            </a:r>
            <a:r>
              <a:rPr lang="da-DK" i="1" dirty="0" err="1"/>
              <a:t>report</a:t>
            </a:r>
            <a:endParaRPr lang="da-DK" i="1" dirty="0"/>
          </a:p>
          <a:p>
            <a:r>
              <a:rPr lang="da-DK" i="1" dirty="0"/>
              <a:t>(html)</a:t>
            </a:r>
            <a:endParaRPr lang="en-DK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E194F8-EFB1-138C-95D1-6E8A2593C1CF}"/>
              </a:ext>
            </a:extLst>
          </p:cNvPr>
          <p:cNvSpPr txBox="1"/>
          <p:nvPr/>
        </p:nvSpPr>
        <p:spPr>
          <a:xfrm>
            <a:off x="9480348" y="1668429"/>
            <a:ext cx="2279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i="1" dirty="0"/>
              <a:t>Count </a:t>
            </a:r>
            <a:r>
              <a:rPr lang="da-DK" i="1" dirty="0" err="1"/>
              <a:t>table</a:t>
            </a:r>
            <a:r>
              <a:rPr lang="da-DK" i="1" dirty="0"/>
              <a:t> (</a:t>
            </a:r>
            <a:r>
              <a:rPr lang="da-DK" i="1" dirty="0" err="1"/>
              <a:t>tsv</a:t>
            </a:r>
            <a:r>
              <a:rPr lang="da-DK" i="1" dirty="0"/>
              <a:t>), </a:t>
            </a:r>
            <a:r>
              <a:rPr lang="da-DK" i="1" dirty="0" err="1"/>
              <a:t>etc</a:t>
            </a:r>
            <a:endParaRPr lang="en-DK" i="1" dirty="0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92895798-008B-CEEA-AE6F-A65D3EEFC8C7}"/>
              </a:ext>
            </a:extLst>
          </p:cNvPr>
          <p:cNvSpPr/>
          <p:nvPr/>
        </p:nvSpPr>
        <p:spPr>
          <a:xfrm>
            <a:off x="5296382" y="2061620"/>
            <a:ext cx="192044" cy="428847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E54E50F6-C1B5-94FD-B49B-2A969B0D6CEA}"/>
              </a:ext>
            </a:extLst>
          </p:cNvPr>
          <p:cNvSpPr/>
          <p:nvPr/>
        </p:nvSpPr>
        <p:spPr>
          <a:xfrm rot="12951355">
            <a:off x="9682977" y="2069612"/>
            <a:ext cx="170159" cy="44160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3"/>
              </a:solidFill>
              <a:highlight>
                <a:srgbClr val="008000"/>
              </a:highlight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0DC43D7E-6282-4667-112D-BC9C7268D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98"/>
          <a:stretch/>
        </p:blipFill>
        <p:spPr>
          <a:xfrm>
            <a:off x="4091" y="1942972"/>
            <a:ext cx="12187910" cy="43174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2D763D6-E478-34A6-C4EC-083BA7EEB4D4}"/>
              </a:ext>
            </a:extLst>
          </p:cNvPr>
          <p:cNvSpPr txBox="1"/>
          <p:nvPr/>
        </p:nvSpPr>
        <p:spPr>
          <a:xfrm>
            <a:off x="0" y="6507750"/>
            <a:ext cx="2562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400" dirty="0">
                <a:hlinkClick r:id="rId5"/>
              </a:rPr>
              <a:t>https://nf-co.re/rnaseq/3.23.0</a:t>
            </a:r>
            <a:r>
              <a:rPr lang="en-DK" sz="1400" dirty="0"/>
              <a:t> </a:t>
            </a: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F4F5E301-50D5-687F-5C29-20420D00287B}"/>
              </a:ext>
            </a:extLst>
          </p:cNvPr>
          <p:cNvSpPr/>
          <p:nvPr/>
        </p:nvSpPr>
        <p:spPr>
          <a:xfrm rot="224890">
            <a:off x="9598370" y="3837964"/>
            <a:ext cx="170159" cy="44160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3"/>
              </a:solidFill>
              <a:highlight>
                <a:srgbClr val="008000"/>
              </a:highlight>
            </a:endParaRP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436B194D-91AD-11CC-AD18-CCD5876580A8}"/>
              </a:ext>
            </a:extLst>
          </p:cNvPr>
          <p:cNvSpPr/>
          <p:nvPr/>
        </p:nvSpPr>
        <p:spPr>
          <a:xfrm>
            <a:off x="202043" y="1878893"/>
            <a:ext cx="192044" cy="428847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D434EA-F46F-1FCC-051D-CA05E00EC99D}"/>
              </a:ext>
            </a:extLst>
          </p:cNvPr>
          <p:cNvSpPr txBox="1"/>
          <p:nvPr/>
        </p:nvSpPr>
        <p:spPr>
          <a:xfrm>
            <a:off x="2791224" y="6507750"/>
            <a:ext cx="7926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400" dirty="0"/>
              <a:t>Since v3.23.0, read alignment with Bowtie2 is possible which facilitates procesing of prokaryotic data</a:t>
            </a:r>
          </a:p>
        </p:txBody>
      </p:sp>
    </p:spTree>
    <p:extLst>
      <p:ext uri="{BB962C8B-B14F-4D97-AF65-F5344CB8AC3E}">
        <p14:creationId xmlns:p14="http://schemas.microsoft.com/office/powerpoint/2010/main" val="30791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3B1FD-C03C-63AB-6438-8D68DA10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409AA379-7FE9-D07D-F457-FF7B3532F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98"/>
          <a:stretch/>
        </p:blipFill>
        <p:spPr>
          <a:xfrm>
            <a:off x="3183417" y="3618368"/>
            <a:ext cx="8759961" cy="3103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7553D0-9822-3E5A-1EDF-08F606A5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259"/>
            <a:ext cx="10515600" cy="1325563"/>
          </a:xfrm>
        </p:spPr>
        <p:txBody>
          <a:bodyPr/>
          <a:lstStyle/>
          <a:p>
            <a:r>
              <a:rPr lang="en-DK" dirty="0"/>
              <a:t>1. Data processing – nf-core/rnaseq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14601-FDBF-DFB1-A23E-41820E3A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20</a:t>
            </a:fld>
            <a:endParaRPr lang="en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9ACD8-6DE8-560D-969C-084FE039B2CB}"/>
              </a:ext>
            </a:extLst>
          </p:cNvPr>
          <p:cNvSpPr txBox="1"/>
          <p:nvPr/>
        </p:nvSpPr>
        <p:spPr>
          <a:xfrm>
            <a:off x="172829" y="993754"/>
            <a:ext cx="120191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2400" b="1" dirty="0">
                <a:solidFill>
                  <a:schemeClr val="accent1"/>
                </a:solidFill>
              </a:rPr>
              <a:t>Overview of selected individual steps</a:t>
            </a:r>
            <a:endParaRPr lang="en-DK" dirty="0">
              <a:solidFill>
                <a:schemeClr val="accent1"/>
              </a:solidFill>
            </a:endParaRPr>
          </a:p>
          <a:p>
            <a:r>
              <a:rPr lang="en-DK" dirty="0"/>
              <a:t>1a) </a:t>
            </a:r>
            <a:r>
              <a:rPr lang="en-DK" b="1" dirty="0"/>
              <a:t>Quality control (QC)</a:t>
            </a:r>
            <a:r>
              <a:rPr lang="en-DK" dirty="0"/>
              <a:t> with </a:t>
            </a:r>
            <a:r>
              <a:rPr lang="en-DK" b="1" dirty="0"/>
              <a:t>FastQC</a:t>
            </a:r>
            <a:r>
              <a:rPr lang="en-DK" dirty="0"/>
              <a:t> of sequencing reads</a:t>
            </a:r>
          </a:p>
          <a:p>
            <a:r>
              <a:rPr lang="en-DK" dirty="0"/>
              <a:t>1b) </a:t>
            </a:r>
            <a:r>
              <a:rPr lang="en-DK" b="1" dirty="0"/>
              <a:t>Adaptor trimming </a:t>
            </a:r>
            <a:r>
              <a:rPr lang="en-DK" dirty="0"/>
              <a:t>with</a:t>
            </a:r>
            <a:r>
              <a:rPr lang="en-DK" b="1" dirty="0"/>
              <a:t> Trim Galore </a:t>
            </a:r>
            <a:r>
              <a:rPr lang="en-DK" dirty="0"/>
              <a:t>to</a:t>
            </a:r>
            <a:r>
              <a:rPr lang="en-DK" b="1" dirty="0"/>
              <a:t> </a:t>
            </a:r>
            <a:r>
              <a:rPr lang="en-DK" dirty="0"/>
              <a:t>remove adaptor sequences that were ligated to DNA prior to sequencing</a:t>
            </a:r>
          </a:p>
          <a:p>
            <a:r>
              <a:rPr lang="en-DK" dirty="0"/>
              <a:t>1c) </a:t>
            </a:r>
            <a:r>
              <a:rPr lang="en-DK" b="1" dirty="0"/>
              <a:t>FastQC again</a:t>
            </a:r>
          </a:p>
          <a:p>
            <a:r>
              <a:rPr lang="en-DK" dirty="0"/>
              <a:t>2a) Read alignment with </a:t>
            </a:r>
            <a:r>
              <a:rPr lang="en-DK" b="1" dirty="0"/>
              <a:t>Bowtie2</a:t>
            </a:r>
            <a:r>
              <a:rPr lang="en-DK" dirty="0"/>
              <a:t> (or other aligners like STAR for wukaryotes) to map of reads against a reference sequence (e.g. genome sequence)</a:t>
            </a:r>
          </a:p>
          <a:p>
            <a:r>
              <a:rPr lang="en-DK" dirty="0"/>
              <a:t>2b) Read quantification with </a:t>
            </a:r>
            <a:r>
              <a:rPr lang="en-DK" b="1" dirty="0"/>
              <a:t>Salmon</a:t>
            </a:r>
            <a:r>
              <a:rPr lang="en-DK" dirty="0"/>
              <a:t> to quantify how many reads were mapped to a specific genomic feature (e.g. gene)</a:t>
            </a:r>
          </a:p>
          <a:p>
            <a:r>
              <a:rPr lang="en-DK" dirty="0"/>
              <a:t>…</a:t>
            </a:r>
          </a:p>
          <a:p>
            <a:r>
              <a:rPr lang="en-DK" dirty="0"/>
              <a:t>5) </a:t>
            </a:r>
            <a:r>
              <a:rPr lang="en-DK" b="1" dirty="0"/>
              <a:t>MultiQC</a:t>
            </a:r>
            <a:r>
              <a:rPr lang="en-DK" dirty="0"/>
              <a:t> report consolidates all quality control results obtained from several softwares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40A28-A320-E9E3-51F3-0280CE849E3B}"/>
              </a:ext>
            </a:extLst>
          </p:cNvPr>
          <p:cNvSpPr txBox="1"/>
          <p:nvPr/>
        </p:nvSpPr>
        <p:spPr>
          <a:xfrm>
            <a:off x="7595176" y="361836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chemeClr val="accent5"/>
                </a:solidFill>
              </a:rPr>
              <a:t>2a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8C416-8E27-E78D-15BA-7CA174F2FDFA}"/>
              </a:ext>
            </a:extLst>
          </p:cNvPr>
          <p:cNvSpPr txBox="1"/>
          <p:nvPr/>
        </p:nvSpPr>
        <p:spPr>
          <a:xfrm>
            <a:off x="8837532" y="374695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chemeClr val="accent5"/>
                </a:solidFill>
              </a:rPr>
              <a:t>2b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6288CA-989E-A253-EA4D-380C165871E3}"/>
              </a:ext>
            </a:extLst>
          </p:cNvPr>
          <p:cNvSpPr txBox="1"/>
          <p:nvPr/>
        </p:nvSpPr>
        <p:spPr>
          <a:xfrm>
            <a:off x="7150822" y="61695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chemeClr val="accent5"/>
                </a:solidFill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83A450-38D5-C331-71FB-47B1401BED1F}"/>
              </a:ext>
            </a:extLst>
          </p:cNvPr>
          <p:cNvSpPr txBox="1"/>
          <p:nvPr/>
        </p:nvSpPr>
        <p:spPr>
          <a:xfrm>
            <a:off x="5259562" y="482791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chemeClr val="accent5"/>
                </a:solidFill>
              </a:rPr>
              <a:t>1b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FEDCA-5CE8-90BE-A97C-EB50F92B7887}"/>
              </a:ext>
            </a:extLst>
          </p:cNvPr>
          <p:cNvSpPr txBox="1"/>
          <p:nvPr/>
        </p:nvSpPr>
        <p:spPr>
          <a:xfrm>
            <a:off x="3960948" y="375088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chemeClr val="accent5"/>
                </a:solidFill>
              </a:rPr>
              <a:t>1a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4EDF74-5D3A-6F12-C35D-B0AD6628DA01}"/>
              </a:ext>
            </a:extLst>
          </p:cNvPr>
          <p:cNvSpPr txBox="1"/>
          <p:nvPr/>
        </p:nvSpPr>
        <p:spPr>
          <a:xfrm>
            <a:off x="5695188" y="375088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chemeClr val="accent5"/>
                </a:solidFill>
              </a:rPr>
              <a:t>1c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59C84-DFC2-D52B-E84C-FF1FB60F5A5A}"/>
              </a:ext>
            </a:extLst>
          </p:cNvPr>
          <p:cNvSpPr txBox="1"/>
          <p:nvPr/>
        </p:nvSpPr>
        <p:spPr>
          <a:xfrm>
            <a:off x="172829" y="4505183"/>
            <a:ext cx="30995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/>
              <a:t>Input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Sequencing files (.fastq)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Genome sequence (.fasta)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Genome annotation (.gtf)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(O</a:t>
            </a:r>
            <a:r>
              <a:rPr lang="en-DK" dirty="0"/>
              <a:t>ptional additional files)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5E11E-D6AC-E37C-7416-0E56A146918A}"/>
              </a:ext>
            </a:extLst>
          </p:cNvPr>
          <p:cNvSpPr txBox="1"/>
          <p:nvPr/>
        </p:nvSpPr>
        <p:spPr>
          <a:xfrm>
            <a:off x="6616214" y="374426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chemeClr val="accent5"/>
                </a:solidFill>
              </a:rPr>
              <a:t>1c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CBB3B1-8A3C-2990-9966-836A99FDB1D6}"/>
              </a:ext>
            </a:extLst>
          </p:cNvPr>
          <p:cNvSpPr txBox="1"/>
          <p:nvPr/>
        </p:nvSpPr>
        <p:spPr>
          <a:xfrm>
            <a:off x="9990165" y="49852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chemeClr val="accent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80887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BBC04-0FE5-006F-25EC-DC374D43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3860-7F53-5C6D-D9F3-B658EE598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60696" cy="1325563"/>
          </a:xfrm>
        </p:spPr>
        <p:txBody>
          <a:bodyPr/>
          <a:lstStyle/>
          <a:p>
            <a:r>
              <a:rPr lang="en-DK" dirty="0"/>
              <a:t>1. Data processing input– sequencing files (.fastq)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16AE8-A86D-9CE1-972A-141AC8CB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21</a:t>
            </a:fld>
            <a:endParaRPr lang="en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DCA23-6449-FE2C-6B53-9C4511A576E7}"/>
              </a:ext>
            </a:extLst>
          </p:cNvPr>
          <p:cNvSpPr txBox="1"/>
          <p:nvPr/>
        </p:nvSpPr>
        <p:spPr>
          <a:xfrm>
            <a:off x="331304" y="1325563"/>
            <a:ext cx="9622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</a:t>
            </a:r>
            <a:r>
              <a:rPr lang="en-DK" dirty="0"/>
              <a:t>astq files contain information about the sequenced reads (one example entry shown below)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One entry has 4 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0753D9-8CD7-E038-256E-1AF64A8AC24D}"/>
              </a:ext>
            </a:extLst>
          </p:cNvPr>
          <p:cNvSpPr txBox="1"/>
          <p:nvPr/>
        </p:nvSpPr>
        <p:spPr>
          <a:xfrm>
            <a:off x="272328" y="4258989"/>
            <a:ext cx="118606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1C1D1E"/>
                </a:solidFill>
                <a:effectLst/>
                <a:latin typeface="Aptos" panose="020B0004020202020204" pitchFamily="34" charset="0"/>
              </a:rPr>
              <a:t>Line 1: </a:t>
            </a:r>
            <a:r>
              <a:rPr lang="en-GB" b="0" i="0" u="none" strike="noStrike" dirty="0">
                <a:solidFill>
                  <a:srgbClr val="1C1D1E"/>
                </a:solidFill>
                <a:effectLst/>
                <a:latin typeface="Aptos" panose="020B0004020202020204" pitchFamily="34" charset="0"/>
              </a:rPr>
              <a:t>A sequence identifier with information about the sequencing run and the cluster.</a:t>
            </a:r>
          </a:p>
          <a:p>
            <a:pPr algn="l"/>
            <a:r>
              <a:rPr lang="en-GB" b="1" dirty="0">
                <a:solidFill>
                  <a:srgbClr val="1C1D1E"/>
                </a:solidFill>
                <a:latin typeface="Aptos" panose="020B0004020202020204" pitchFamily="34" charset="0"/>
              </a:rPr>
              <a:t>Line 2: </a:t>
            </a:r>
            <a:r>
              <a:rPr lang="en-GB" dirty="0">
                <a:solidFill>
                  <a:srgbClr val="1C1D1E"/>
                </a:solidFill>
                <a:latin typeface="Aptos" panose="020B0004020202020204" pitchFamily="34" charset="0"/>
              </a:rPr>
              <a:t>DNA s</a:t>
            </a:r>
            <a:r>
              <a:rPr lang="en-GB" b="0" i="0" u="none" strike="noStrike" dirty="0">
                <a:solidFill>
                  <a:srgbClr val="1C1D1E"/>
                </a:solidFill>
                <a:effectLst/>
                <a:latin typeface="Aptos" panose="020B0004020202020204" pitchFamily="34" charset="0"/>
              </a:rPr>
              <a:t>equence (the base calls; A, C, T, G and N).</a:t>
            </a:r>
            <a:endParaRPr lang="en-GB" dirty="0">
              <a:solidFill>
                <a:srgbClr val="1C1D1E"/>
              </a:solidFill>
              <a:latin typeface="Aptos" panose="020B0004020202020204" pitchFamily="34" charset="0"/>
            </a:endParaRPr>
          </a:p>
          <a:p>
            <a:pPr algn="l"/>
            <a:r>
              <a:rPr lang="en-GB" b="1" i="0" u="none" strike="noStrike" dirty="0">
                <a:solidFill>
                  <a:srgbClr val="1C1D1E"/>
                </a:solidFill>
                <a:effectLst/>
                <a:latin typeface="Aptos" panose="020B0004020202020204" pitchFamily="34" charset="0"/>
              </a:rPr>
              <a:t>Line 3: </a:t>
            </a:r>
            <a:r>
              <a:rPr lang="en-GB" b="0" i="0" u="none" strike="noStrike" dirty="0">
                <a:solidFill>
                  <a:srgbClr val="1C1D1E"/>
                </a:solidFill>
                <a:effectLst/>
                <a:latin typeface="Aptos" panose="020B0004020202020204" pitchFamily="34" charset="0"/>
              </a:rPr>
              <a:t>A separator, a plus (+) sign. </a:t>
            </a:r>
            <a:endParaRPr lang="en-GB" b="0" i="0" strike="noStrike" dirty="0">
              <a:solidFill>
                <a:srgbClr val="1C1D1E"/>
              </a:solidFill>
              <a:effectLst/>
              <a:latin typeface="Aptos" panose="020B0004020202020204" pitchFamily="34" charset="0"/>
            </a:endParaRPr>
          </a:p>
          <a:p>
            <a:pPr algn="l"/>
            <a:r>
              <a:rPr lang="en-GB" b="1" i="0" strike="noStrike" dirty="0">
                <a:solidFill>
                  <a:srgbClr val="1C1D1E"/>
                </a:solidFill>
                <a:effectLst/>
                <a:latin typeface="Aptos" panose="020B0004020202020204" pitchFamily="34" charset="0"/>
              </a:rPr>
              <a:t>Line 4: </a:t>
            </a:r>
            <a:r>
              <a:rPr lang="en-GB" dirty="0">
                <a:solidFill>
                  <a:srgbClr val="1C1D1E"/>
                </a:solidFill>
                <a:latin typeface="Aptos" panose="020B0004020202020204" pitchFamily="34" charset="0"/>
              </a:rPr>
              <a:t>B</a:t>
            </a:r>
            <a:r>
              <a:rPr lang="en-GB" b="0" i="0" strike="noStrike" dirty="0">
                <a:solidFill>
                  <a:srgbClr val="1C1D1E"/>
                </a:solidFill>
                <a:effectLst/>
                <a:latin typeface="Aptos" panose="020B0004020202020204" pitchFamily="34" charset="0"/>
              </a:rPr>
              <a:t>ase call quality scores</a:t>
            </a:r>
            <a:r>
              <a:rPr lang="en-GB" dirty="0">
                <a:solidFill>
                  <a:srgbClr val="1C1D1E"/>
                </a:solidFill>
                <a:latin typeface="Aptos" panose="020B0004020202020204" pitchFamily="34" charset="0"/>
              </a:rPr>
              <a:t> (</a:t>
            </a:r>
            <a:r>
              <a:rPr lang="en-GB" b="0" i="0" strike="noStrike" dirty="0">
                <a:solidFill>
                  <a:srgbClr val="1C1D1E"/>
                </a:solidFill>
                <a:effectLst/>
                <a:latin typeface="Aptos" panose="020B0004020202020204" pitchFamily="34" charset="0"/>
              </a:rPr>
              <a:t>Phred +33 encoded, using ASCII characters to represent the numerical quality scores).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39FFC-F01E-7AD7-56F3-4C304454774E}"/>
              </a:ext>
            </a:extLst>
          </p:cNvPr>
          <p:cNvSpPr txBox="1"/>
          <p:nvPr/>
        </p:nvSpPr>
        <p:spPr>
          <a:xfrm>
            <a:off x="3581401" y="6408107"/>
            <a:ext cx="68464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100" dirty="0">
                <a:hlinkClick r:id="rId3"/>
              </a:rPr>
              <a:t>https://knowledge.illumina.com/software/general/software-general-reference_material-list/000002211</a:t>
            </a:r>
            <a:r>
              <a:rPr lang="en-DK" sz="11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23C2B-D6AB-12FB-ED12-F36BECC46F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899" b="3865"/>
          <a:stretch/>
        </p:blipFill>
        <p:spPr>
          <a:xfrm>
            <a:off x="331304" y="2274352"/>
            <a:ext cx="11264670" cy="153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56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90AF1-D2FB-2459-7772-5299B907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C353-5BB6-DE42-2DAB-900A3287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325563"/>
          </a:xfrm>
        </p:spPr>
        <p:txBody>
          <a:bodyPr/>
          <a:lstStyle/>
          <a:p>
            <a:r>
              <a:rPr lang="en-DK" dirty="0"/>
              <a:t>1. Data processing input – genome sequence file (.fasta, .fna)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42469-F919-D139-B521-F7B834B7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22</a:t>
            </a:fld>
            <a:endParaRPr lang="en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F9935A-58F6-85BC-84B9-E044956E5061}"/>
              </a:ext>
            </a:extLst>
          </p:cNvPr>
          <p:cNvSpPr txBox="1"/>
          <p:nvPr/>
        </p:nvSpPr>
        <p:spPr>
          <a:xfrm>
            <a:off x="343593" y="1665391"/>
            <a:ext cx="113845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Usually gzipped files to compress file size (.fna.gz, .fasta.gz)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DNA sequence for each chromosome as fasta entry (starting with “&gt;”)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For our </a:t>
            </a:r>
            <a:r>
              <a:rPr lang="en-DK" i="1" dirty="0"/>
              <a:t>E. coli </a:t>
            </a:r>
            <a:r>
              <a:rPr lang="en-DK" dirty="0"/>
              <a:t>case study, there is only one fasta entry representing the entire genome sequence of the single chromsome (example shown below)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For Eukaryotes, each fasta entry has a header and the DNA sequence of the respective chromosme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5E6A2-CC97-0741-0023-6249518DE52C}"/>
              </a:ext>
            </a:extLst>
          </p:cNvPr>
          <p:cNvSpPr txBox="1"/>
          <p:nvPr/>
        </p:nvSpPr>
        <p:spPr>
          <a:xfrm>
            <a:off x="487018" y="3715282"/>
            <a:ext cx="113041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/>
              <a:t>&gt;NC_000913.3 Escherichia coli str. K-12 substr. MG1655, complete genome</a:t>
            </a:r>
          </a:p>
          <a:p>
            <a:r>
              <a:rPr lang="en-DK" dirty="0"/>
              <a:t>AGCTTTTCATTCTGACTGCAACGGGCAATATGTCTCTGTGTGGATTAAAAAAAGAGTGTCTGATAGCAGCTTCTGAACTG</a:t>
            </a:r>
          </a:p>
          <a:p>
            <a:r>
              <a:rPr lang="en-DK" dirty="0"/>
              <a:t>GTTACCTGCCGTGAGTAAATTAAAATTTTATTGACTTAGGTCACTAAATACTTTAACCAATATAGGCATAGCGCACAGAC</a:t>
            </a:r>
          </a:p>
          <a:p>
            <a:r>
              <a:rPr lang="en-DK" dirty="0"/>
              <a:t>AGATAAAAATTACAGAGTACACAACATCCATGAAACGCATTAGCACCACCATTACCACCACCATCACCATTACCACAGGT</a:t>
            </a:r>
          </a:p>
          <a:p>
            <a:r>
              <a:rPr lang="en-DK" dirty="0"/>
              <a:t>AACGGTGCGGGCTGACGCGTACAGGAAACACAGAAAAAAGCCCGCACCTGACAGTGCGGGCTTTTTTTTTCGACCAAAGGTAACGAGGTAACAACCATGCGAGTGTTGAAGTTCGGCGGTACATCAGTGGCAAATGCAGAACGTTTTCTGCGTGTTGCCGATATTCTGGAAAGCAATGCCAGGCAGGGGCAGGTGGCCACCGTCCTCTCTGCCCCCGCCAAAATCACCAACCACCTGGT…</a:t>
            </a:r>
          </a:p>
        </p:txBody>
      </p:sp>
    </p:spTree>
    <p:extLst>
      <p:ext uri="{BB962C8B-B14F-4D97-AF65-F5344CB8AC3E}">
        <p14:creationId xmlns:p14="http://schemas.microsoft.com/office/powerpoint/2010/main" val="1320962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E2F4-E2AE-699E-483B-464F0166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6D66-E849-AF81-05BB-365F5734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DK" dirty="0"/>
              <a:t>1. Data processing input – annotation file (.gtf)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E9620-9C76-0C52-01CD-1A927673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23</a:t>
            </a:fld>
            <a:endParaRPr lang="en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3E6A3-9A7D-7297-6689-C998882A22D7}"/>
              </a:ext>
            </a:extLst>
          </p:cNvPr>
          <p:cNvSpPr txBox="1"/>
          <p:nvPr/>
        </p:nvSpPr>
        <p:spPr>
          <a:xfrm>
            <a:off x="205202" y="1116700"/>
            <a:ext cx="11769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General Transfer Format (GTF) with nine columns (snapshot of </a:t>
            </a:r>
            <a:r>
              <a:rPr lang="en-DK" i="1" dirty="0"/>
              <a:t>E. coli </a:t>
            </a:r>
            <a:r>
              <a:rPr lang="en-DK" dirty="0"/>
              <a:t>MG1655 gtf file shown below)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Contains information about annotated sequence features (e.g. gene, CDS, exon, transcript, etc)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F0D82-6FA4-F7DE-E80C-B7BCC827B205}"/>
              </a:ext>
            </a:extLst>
          </p:cNvPr>
          <p:cNvSpPr txBox="1"/>
          <p:nvPr/>
        </p:nvSpPr>
        <p:spPr>
          <a:xfrm>
            <a:off x="117697" y="4498647"/>
            <a:ext cx="1176950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1. </a:t>
            </a:r>
            <a:r>
              <a:rPr lang="en-GB" sz="1400" b="1" dirty="0" err="1"/>
              <a:t>seqname</a:t>
            </a:r>
            <a:r>
              <a:rPr lang="en-GB" sz="1400" b="1" dirty="0"/>
              <a:t>:</a:t>
            </a:r>
            <a:r>
              <a:rPr lang="en-GB" sz="1400" dirty="0"/>
              <a:t>  name of the chromosome or scaffold</a:t>
            </a:r>
          </a:p>
          <a:p>
            <a:r>
              <a:rPr lang="en-GB" sz="1400" b="1" dirty="0"/>
              <a:t>2. source:</a:t>
            </a:r>
            <a:r>
              <a:rPr lang="en-GB" sz="1400" dirty="0"/>
              <a:t> name of the program that generated this feature, or the data source (database or project name)</a:t>
            </a:r>
          </a:p>
          <a:p>
            <a:r>
              <a:rPr lang="en-GB" sz="1400" b="1" dirty="0"/>
              <a:t>3. feature:</a:t>
            </a:r>
            <a:r>
              <a:rPr lang="en-GB" sz="1400" dirty="0"/>
              <a:t> feature type name, e.g. gene, exon</a:t>
            </a:r>
          </a:p>
          <a:p>
            <a:r>
              <a:rPr lang="en-GB" sz="1400" b="1" dirty="0"/>
              <a:t>4. start:</a:t>
            </a:r>
            <a:r>
              <a:rPr lang="en-GB" sz="1400" dirty="0"/>
              <a:t> start position* of the feature, with sequence numbering starting at 1.</a:t>
            </a:r>
          </a:p>
          <a:p>
            <a:r>
              <a:rPr lang="en-GB" sz="1400" b="1" dirty="0"/>
              <a:t>5. end:</a:t>
            </a:r>
            <a:r>
              <a:rPr lang="en-GB" sz="1400" dirty="0"/>
              <a:t> end position* of the feature, with sequence numbering starting at 1.</a:t>
            </a:r>
          </a:p>
          <a:p>
            <a:r>
              <a:rPr lang="en-GB" sz="1400" b="1" dirty="0"/>
              <a:t>6. score:</a:t>
            </a:r>
            <a:r>
              <a:rPr lang="en-GB" sz="1400" dirty="0"/>
              <a:t> a floating point value.</a:t>
            </a:r>
          </a:p>
          <a:p>
            <a:r>
              <a:rPr lang="en-GB" sz="1400" b="1" dirty="0"/>
              <a:t>7. strand:</a:t>
            </a:r>
            <a:r>
              <a:rPr lang="en-GB" sz="1400" dirty="0"/>
              <a:t> defined as + (forward) or - (reverse).</a:t>
            </a:r>
          </a:p>
          <a:p>
            <a:r>
              <a:rPr lang="en-GB" sz="1400" b="1" dirty="0"/>
              <a:t>8. frame:</a:t>
            </a:r>
            <a:r>
              <a:rPr lang="en-GB" sz="1400" dirty="0"/>
              <a:t> one of '0', '1' or '2'. '0' indicates that the first base of the feature is the first base of a codon, '1' that the second base is the first base of a codon, and so on..</a:t>
            </a:r>
          </a:p>
          <a:p>
            <a:r>
              <a:rPr lang="en-GB" sz="1400" b="1" dirty="0"/>
              <a:t>9. attribute:</a:t>
            </a:r>
            <a:r>
              <a:rPr lang="en-GB" sz="1400" dirty="0"/>
              <a:t> a semicolon-separated list of tag-value pairs, providing additional information about each feature.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222FE-A221-C453-7010-1BAFD8896595}"/>
              </a:ext>
            </a:extLst>
          </p:cNvPr>
          <p:cNvSpPr txBox="1"/>
          <p:nvPr/>
        </p:nvSpPr>
        <p:spPr>
          <a:xfrm>
            <a:off x="8676286" y="6587226"/>
            <a:ext cx="3497201" cy="270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100" dirty="0">
                <a:hlinkClick r:id="rId3"/>
              </a:rPr>
              <a:t>http://www.ensembl.org/info/website/upload/gff.html</a:t>
            </a:r>
            <a:r>
              <a:rPr lang="en-DK" sz="11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0BA350-D05B-5023-5184-B4C49CEA2B94}"/>
              </a:ext>
            </a:extLst>
          </p:cNvPr>
          <p:cNvSpPr txBox="1"/>
          <p:nvPr/>
        </p:nvSpPr>
        <p:spPr>
          <a:xfrm>
            <a:off x="782779" y="42114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rgbClr val="104964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980C7-C62B-5845-3CCE-D3B863CA5F57}"/>
              </a:ext>
            </a:extLst>
          </p:cNvPr>
          <p:cNvSpPr txBox="1"/>
          <p:nvPr/>
        </p:nvSpPr>
        <p:spPr>
          <a:xfrm>
            <a:off x="1490006" y="42114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rgbClr val="104964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A2B736-886C-F0BF-56CE-E4AC46717971}"/>
              </a:ext>
            </a:extLst>
          </p:cNvPr>
          <p:cNvSpPr txBox="1"/>
          <p:nvPr/>
        </p:nvSpPr>
        <p:spPr>
          <a:xfrm>
            <a:off x="2238301" y="42114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rgbClr val="104964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791FF4-0173-2DE6-C230-EAD7E18C7993}"/>
              </a:ext>
            </a:extLst>
          </p:cNvPr>
          <p:cNvSpPr txBox="1"/>
          <p:nvPr/>
        </p:nvSpPr>
        <p:spPr>
          <a:xfrm>
            <a:off x="2862126" y="42114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rgbClr val="104964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A587B7-3623-502E-8CFB-A3396F3E7DE7}"/>
              </a:ext>
            </a:extLst>
          </p:cNvPr>
          <p:cNvSpPr txBox="1"/>
          <p:nvPr/>
        </p:nvSpPr>
        <p:spPr>
          <a:xfrm>
            <a:off x="3324958" y="42114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rgbClr val="104964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41FE49-36E1-56B9-1EEE-490FFDACEB13}"/>
              </a:ext>
            </a:extLst>
          </p:cNvPr>
          <p:cNvSpPr txBox="1"/>
          <p:nvPr/>
        </p:nvSpPr>
        <p:spPr>
          <a:xfrm>
            <a:off x="3752442" y="42114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rgbClr val="104964"/>
                </a:solidFill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A10296-4B88-D23A-090F-69A43B0637AD}"/>
              </a:ext>
            </a:extLst>
          </p:cNvPr>
          <p:cNvSpPr txBox="1"/>
          <p:nvPr/>
        </p:nvSpPr>
        <p:spPr>
          <a:xfrm>
            <a:off x="4119855" y="42114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rgbClr val="104964"/>
                </a:solidFill>
              </a:rPr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966506-B3A1-6144-0322-80025DAF254B}"/>
              </a:ext>
            </a:extLst>
          </p:cNvPr>
          <p:cNvSpPr txBox="1"/>
          <p:nvPr/>
        </p:nvSpPr>
        <p:spPr>
          <a:xfrm>
            <a:off x="4500520" y="42114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rgbClr val="104964"/>
                </a:solidFill>
              </a:rPr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CB58C1-CCCF-4565-37D1-B00530622151}"/>
              </a:ext>
            </a:extLst>
          </p:cNvPr>
          <p:cNvSpPr txBox="1"/>
          <p:nvPr/>
        </p:nvSpPr>
        <p:spPr>
          <a:xfrm>
            <a:off x="7733627" y="42114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rgbClr val="104964"/>
                </a:solidFill>
              </a:rPr>
              <a:t>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231DC8-B036-F7F5-B9A8-8A39003B7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09" y="1763031"/>
            <a:ext cx="10111797" cy="25335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963261-B490-D8DE-72D3-3AD29CA40036}"/>
              </a:ext>
            </a:extLst>
          </p:cNvPr>
          <p:cNvSpPr txBox="1"/>
          <p:nvPr/>
        </p:nvSpPr>
        <p:spPr>
          <a:xfrm>
            <a:off x="9390820" y="4698701"/>
            <a:ext cx="2249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K" b="1" dirty="0">
                <a:solidFill>
                  <a:schemeClr val="accent1"/>
                </a:solidFill>
              </a:rPr>
              <a:t>We will align reads against the feature “CDS”</a:t>
            </a:r>
          </a:p>
        </p:txBody>
      </p:sp>
    </p:spTree>
    <p:extLst>
      <p:ext uri="{BB962C8B-B14F-4D97-AF65-F5344CB8AC3E}">
        <p14:creationId xmlns:p14="http://schemas.microsoft.com/office/powerpoint/2010/main" val="3555981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A2E96-571C-2926-29BF-32EA36F8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1E2C-962E-43DD-EFB9-DD64133C2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352"/>
            <a:ext cx="11686478" cy="1325563"/>
          </a:xfrm>
        </p:spPr>
        <p:txBody>
          <a:bodyPr/>
          <a:lstStyle/>
          <a:p>
            <a:r>
              <a:rPr lang="en-DK" dirty="0"/>
              <a:t>1. Data processing – Quality control with FastQC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DFDC1-D8D3-99E9-1FBB-7590348F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24</a:t>
            </a:fld>
            <a:endParaRPr lang="en-D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6D0B7D-9677-FEEB-670F-60CB26DDA2B5}"/>
              </a:ext>
            </a:extLst>
          </p:cNvPr>
          <p:cNvSpPr txBox="1"/>
          <p:nvPr/>
        </p:nvSpPr>
        <p:spPr>
          <a:xfrm>
            <a:off x="41067" y="6590670"/>
            <a:ext cx="40613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100" dirty="0">
                <a:hlinkClick r:id="rId2"/>
              </a:rPr>
              <a:t>https://www.bioinformatics.babraham.ac.uk/projects/fastqc/</a:t>
            </a:r>
            <a:r>
              <a:rPr lang="en-DK" sz="11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C13C67-09CA-A215-85B2-199860898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93" y="3135181"/>
            <a:ext cx="4486711" cy="32093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AF0B4C-9AA2-C2C3-DCA7-3197F92A08AD}"/>
              </a:ext>
            </a:extLst>
          </p:cNvPr>
          <p:cNvSpPr txBox="1"/>
          <p:nvPr/>
        </p:nvSpPr>
        <p:spPr>
          <a:xfrm>
            <a:off x="659495" y="2868621"/>
            <a:ext cx="2178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/>
              <a:t>Good Illumina data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31432C-00C9-3686-BA39-5A3F1BA96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661" y="3180297"/>
            <a:ext cx="4381316" cy="32430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29F530-795A-885D-D23C-74E1C245D00E}"/>
              </a:ext>
            </a:extLst>
          </p:cNvPr>
          <p:cNvSpPr txBox="1"/>
          <p:nvPr/>
        </p:nvSpPr>
        <p:spPr>
          <a:xfrm>
            <a:off x="5262215" y="2917842"/>
            <a:ext cx="201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/>
              <a:t>Bad Illumina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FB798B-296C-0126-C0C0-8274BD942EB1}"/>
              </a:ext>
            </a:extLst>
          </p:cNvPr>
          <p:cNvSpPr txBox="1"/>
          <p:nvPr/>
        </p:nvSpPr>
        <p:spPr>
          <a:xfrm>
            <a:off x="263236" y="1364915"/>
            <a:ext cx="69528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FastQC assesses the quality per base pair position of sequencing reads and assigns a Phred </a:t>
            </a:r>
            <a:r>
              <a:rPr lang="en-DK"/>
              <a:t>quality score (illustrated below)</a:t>
            </a:r>
            <a:endParaRPr lang="en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Assesses also read length distribution as well as per sequence GC, N and adaptor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Conducted twice: before and after adapter trimming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6FCA23-D479-CECA-D8E0-144BCCE7A952}"/>
              </a:ext>
            </a:extLst>
          </p:cNvPr>
          <p:cNvSpPr txBox="1"/>
          <p:nvPr/>
        </p:nvSpPr>
        <p:spPr>
          <a:xfrm>
            <a:off x="120649" y="3627230"/>
            <a:ext cx="461665" cy="2040110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DK" dirty="0"/>
              <a:t>Phred Quality score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2E27AC-E7F3-AFB8-D744-B4896B780F4A}"/>
              </a:ext>
            </a:extLst>
          </p:cNvPr>
          <p:cNvSpPr txBox="1"/>
          <p:nvPr/>
        </p:nvSpPr>
        <p:spPr>
          <a:xfrm>
            <a:off x="4187529" y="6235773"/>
            <a:ext cx="2149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Position in read (bp)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C8C3AB1-EDFF-A691-6805-2BC6A2229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060493"/>
              </p:ext>
            </p:extLst>
          </p:nvPr>
        </p:nvGraphicFramePr>
        <p:xfrm>
          <a:off x="7958086" y="1127630"/>
          <a:ext cx="3991628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959">
                  <a:extLst>
                    <a:ext uri="{9D8B030D-6E8A-4147-A177-3AD203B41FA5}">
                      <a16:colId xmlns:a16="http://schemas.microsoft.com/office/drawing/2014/main" val="3623955926"/>
                    </a:ext>
                  </a:extLst>
                </a:gridCol>
                <a:gridCol w="1754372">
                  <a:extLst>
                    <a:ext uri="{9D8B030D-6E8A-4147-A177-3AD203B41FA5}">
                      <a16:colId xmlns:a16="http://schemas.microsoft.com/office/drawing/2014/main" val="3415192360"/>
                    </a:ext>
                  </a:extLst>
                </a:gridCol>
                <a:gridCol w="946297">
                  <a:extLst>
                    <a:ext uri="{9D8B030D-6E8A-4147-A177-3AD203B41FA5}">
                      <a16:colId xmlns:a16="http://schemas.microsoft.com/office/drawing/2014/main" val="3387842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>
                          <a:effectLst/>
                        </a:rPr>
                        <a:t>Phred Quality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>
                          <a:effectLst/>
                        </a:rPr>
                        <a:t>Probability of incorrect base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>
                          <a:effectLst/>
                        </a:rPr>
                        <a:t>Base call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5047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DK" sz="140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1 in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DK" sz="1400">
                          <a:effectLst/>
                        </a:rPr>
                        <a:t>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794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DK" sz="1400">
                          <a:effectLst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1 in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DK" sz="1400">
                          <a:effectLst/>
                        </a:rPr>
                        <a:t>99%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99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DK" sz="1400">
                          <a:effectLst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effectLst/>
                        </a:rPr>
                        <a:t>1 in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DK" sz="1400">
                          <a:effectLst/>
                        </a:rPr>
                        <a:t>99.9%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351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DK" sz="1400">
                          <a:effectLst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1 in 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DK" sz="1400" dirty="0">
                          <a:effectLst/>
                        </a:rPr>
                        <a:t>99.99%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0654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DADC81F-8A75-ECDA-1A63-66EDBC33DAC2}"/>
              </a:ext>
            </a:extLst>
          </p:cNvPr>
          <p:cNvSpPr txBox="1"/>
          <p:nvPr/>
        </p:nvSpPr>
        <p:spPr>
          <a:xfrm>
            <a:off x="5605152" y="6609644"/>
            <a:ext cx="67140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100" dirty="0">
                <a:hlinkClick r:id="rId5"/>
              </a:rPr>
              <a:t>https://hbctraining.github.io/Training-modules/planning_successful_rnaseq/lessons/QC_raw_data.html</a:t>
            </a:r>
            <a:r>
              <a:rPr lang="en-DK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3918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D4C0E-6F2A-20A8-DBB5-250B2BF5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352"/>
            <a:ext cx="11998712" cy="1325563"/>
          </a:xfrm>
        </p:spPr>
        <p:txBody>
          <a:bodyPr/>
          <a:lstStyle/>
          <a:p>
            <a:r>
              <a:rPr lang="en-DK" dirty="0"/>
              <a:t>1. Data processing - Read alignment with Bowtie2 or STAR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3C3C1-E9F6-0DDA-4E89-4F5BA232A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9742" y="1796538"/>
            <a:ext cx="5598236" cy="2562167"/>
          </a:xfrm>
        </p:spPr>
        <p:txBody>
          <a:bodyPr>
            <a:noAutofit/>
          </a:bodyPr>
          <a:lstStyle/>
          <a:p>
            <a:r>
              <a:rPr lang="en-GB" sz="1600" u="sng" dirty="0"/>
              <a:t>S</a:t>
            </a:r>
            <a:r>
              <a:rPr lang="en-GB" sz="1600" dirty="0"/>
              <a:t>pliced </a:t>
            </a:r>
            <a:r>
              <a:rPr lang="en-GB" sz="1600" u="sng" dirty="0"/>
              <a:t>T</a:t>
            </a:r>
            <a:r>
              <a:rPr lang="en-GB" sz="1600" dirty="0"/>
              <a:t>ranscripts </a:t>
            </a:r>
            <a:r>
              <a:rPr lang="en-GB" sz="1600" u="sng" dirty="0"/>
              <a:t>A</a:t>
            </a:r>
            <a:r>
              <a:rPr lang="en-GB" sz="1600" dirty="0"/>
              <a:t>lignment to a </a:t>
            </a:r>
            <a:r>
              <a:rPr lang="en-GB" sz="1600" u="sng" dirty="0"/>
              <a:t>R</a:t>
            </a:r>
            <a:r>
              <a:rPr lang="en-GB" sz="1600" dirty="0"/>
              <a:t>eference (STAR)</a:t>
            </a:r>
            <a:endParaRPr lang="en-DK" sz="1600" dirty="0"/>
          </a:p>
          <a:p>
            <a:r>
              <a:rPr lang="en-DK" sz="1600" dirty="0"/>
              <a:t>Very fast aligner</a:t>
            </a:r>
          </a:p>
          <a:p>
            <a:r>
              <a:rPr lang="en-DK" sz="1600" dirty="0"/>
              <a:t>Alignment against genome or transcriptome</a:t>
            </a:r>
          </a:p>
          <a:p>
            <a:r>
              <a:rPr lang="en-DK" sz="1600" dirty="0"/>
              <a:t>Splicing-aware:</a:t>
            </a:r>
            <a:r>
              <a:rPr lang="en-DK" sz="1600" i="1" dirty="0"/>
              <a:t> de novo </a:t>
            </a:r>
            <a:r>
              <a:rPr lang="en-DK" sz="1600" dirty="0"/>
              <a:t>detection of splice junctions (no prior annotation of splicing events required)</a:t>
            </a:r>
          </a:p>
          <a:p>
            <a:r>
              <a:rPr lang="en-DK" sz="1600" u="sng" dirty="0"/>
              <a:t>Good choice for eukaryotic data</a:t>
            </a:r>
            <a:r>
              <a:rPr lang="en-DK" sz="1600" dirty="0"/>
              <a:t>; can in principle be used for prokaryotic data with specific parameter settings but issues observed using previous versions of the nf-core/rnaseq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9E3A9-3C6D-4383-FCCE-FE1E9F8A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25</a:t>
            </a:fld>
            <a:endParaRPr lang="en-DK"/>
          </a:p>
        </p:txBody>
      </p:sp>
      <p:pic>
        <p:nvPicPr>
          <p:cNvPr id="1026" name="Picture 2" descr="Fig. 1.">
            <a:extLst>
              <a:ext uri="{FF2B5EF4-FFF2-40B4-BE49-F238E27FC236}">
                <a16:creationId xmlns:a16="http://schemas.microsoft.com/office/drawing/2014/main" id="{385ADE3D-2E50-BF6C-D3F6-AD38F7DA38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90"/>
          <a:stretch/>
        </p:blipFill>
        <p:spPr bwMode="auto">
          <a:xfrm>
            <a:off x="7201575" y="4844151"/>
            <a:ext cx="3712552" cy="146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ED4F4C-CCA5-E6F2-E9B4-E9C4F31398B3}"/>
              </a:ext>
            </a:extLst>
          </p:cNvPr>
          <p:cNvSpPr txBox="1"/>
          <p:nvPr/>
        </p:nvSpPr>
        <p:spPr>
          <a:xfrm>
            <a:off x="6655141" y="4434276"/>
            <a:ext cx="48913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i="1" dirty="0">
                <a:solidFill>
                  <a:srgbClr val="1B1B1B"/>
                </a:solidFill>
                <a:latin typeface="Aptos" panose="020B0004020202020204" pitchFamily="34" charset="0"/>
              </a:rPr>
              <a:t>De novo </a:t>
            </a:r>
            <a:r>
              <a:rPr lang="en-GB" sz="1600" b="1" dirty="0">
                <a:solidFill>
                  <a:srgbClr val="1B1B1B"/>
                </a:solidFill>
                <a:latin typeface="Aptos" panose="020B0004020202020204" pitchFamily="34" charset="0"/>
              </a:rPr>
              <a:t>d</a:t>
            </a:r>
            <a:r>
              <a:rPr lang="en-GB" sz="1600" b="1" i="0" dirty="0">
                <a:solidFill>
                  <a:srgbClr val="1B1B1B"/>
                </a:solidFill>
                <a:effectLst/>
                <a:latin typeface="Aptos" panose="020B0004020202020204" pitchFamily="34" charset="0"/>
              </a:rPr>
              <a:t>etection of splice junctions with STAR</a:t>
            </a:r>
            <a:endParaRPr lang="en-DK" sz="1600" b="1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51472-F2A7-3531-D6C1-D8463D140471}"/>
              </a:ext>
            </a:extLst>
          </p:cNvPr>
          <p:cNvSpPr txBox="1"/>
          <p:nvPr/>
        </p:nvSpPr>
        <p:spPr>
          <a:xfrm>
            <a:off x="9939845" y="6101120"/>
            <a:ext cx="2252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200" dirty="0">
                <a:latin typeface="Aptos" panose="020B0004020202020204" pitchFamily="34" charset="0"/>
              </a:rPr>
              <a:t>MMP: </a:t>
            </a:r>
            <a:r>
              <a:rPr lang="en-GB" sz="1200" b="0" i="0" u="none" strike="noStrike" dirty="0">
                <a:effectLst/>
                <a:latin typeface="Aptos" panose="020B0004020202020204" pitchFamily="34" charset="0"/>
              </a:rPr>
              <a:t>Maximal Mappable Prefix</a:t>
            </a:r>
            <a:endParaRPr lang="en-DK" sz="1200" dirty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AE8293-11DD-1826-C0D9-6DD9FE328744}"/>
              </a:ext>
            </a:extLst>
          </p:cNvPr>
          <p:cNvSpPr/>
          <p:nvPr/>
        </p:nvSpPr>
        <p:spPr>
          <a:xfrm>
            <a:off x="10217427" y="771408"/>
            <a:ext cx="1785730" cy="369332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400" dirty="0"/>
              <a:t>Reference sequence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2376EF-D913-E0F1-2812-74861F38970B}"/>
              </a:ext>
            </a:extLst>
          </p:cNvPr>
          <p:cNvCxnSpPr>
            <a:cxnSpLocks/>
          </p:cNvCxnSpPr>
          <p:nvPr/>
        </p:nvCxnSpPr>
        <p:spPr>
          <a:xfrm>
            <a:off x="10463553" y="1210738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BC8063-5431-5D3B-028F-37802F4220E6}"/>
              </a:ext>
            </a:extLst>
          </p:cNvPr>
          <p:cNvCxnSpPr>
            <a:cxnSpLocks/>
          </p:cNvCxnSpPr>
          <p:nvPr/>
        </p:nvCxnSpPr>
        <p:spPr>
          <a:xfrm>
            <a:off x="10766090" y="1302757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254F6DA-DF4A-C78C-06E7-DBC5992C0818}"/>
              </a:ext>
            </a:extLst>
          </p:cNvPr>
          <p:cNvCxnSpPr>
            <a:cxnSpLocks/>
          </p:cNvCxnSpPr>
          <p:nvPr/>
        </p:nvCxnSpPr>
        <p:spPr>
          <a:xfrm>
            <a:off x="11143945" y="1394278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3542F7-C55A-C3F8-632E-977372FB37FE}"/>
              </a:ext>
            </a:extLst>
          </p:cNvPr>
          <p:cNvCxnSpPr>
            <a:cxnSpLocks/>
          </p:cNvCxnSpPr>
          <p:nvPr/>
        </p:nvCxnSpPr>
        <p:spPr>
          <a:xfrm>
            <a:off x="11474927" y="1482967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923CD2E-A5ED-8B8C-9B63-5C3DED5B05CE}"/>
              </a:ext>
            </a:extLst>
          </p:cNvPr>
          <p:cNvSpPr txBox="1"/>
          <p:nvPr/>
        </p:nvSpPr>
        <p:spPr>
          <a:xfrm>
            <a:off x="8415131" y="1214336"/>
            <a:ext cx="1007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2800" b="1" dirty="0">
                <a:solidFill>
                  <a:srgbClr val="104964"/>
                </a:solidFill>
              </a:rPr>
              <a:t>STAR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74FF710-B57B-DA59-5A09-D79F0E38EC58}"/>
              </a:ext>
            </a:extLst>
          </p:cNvPr>
          <p:cNvSpPr txBox="1">
            <a:spLocks/>
          </p:cNvSpPr>
          <p:nvPr/>
        </p:nvSpPr>
        <p:spPr>
          <a:xfrm>
            <a:off x="497764" y="1800899"/>
            <a:ext cx="5598236" cy="22542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K" sz="1600" dirty="0"/>
              <a:t>Successor of the Bowtie aligner</a:t>
            </a:r>
          </a:p>
          <a:p>
            <a:r>
              <a:rPr lang="da-DK" sz="1600" dirty="0"/>
              <a:t>Alignment with </a:t>
            </a:r>
            <a:r>
              <a:rPr lang="da-DK" sz="1600" dirty="0" err="1"/>
              <a:t>gaps</a:t>
            </a:r>
            <a:endParaRPr lang="en-DK" sz="1600" dirty="0"/>
          </a:p>
          <a:p>
            <a:r>
              <a:rPr lang="en-DK" sz="1600" dirty="0"/>
              <a:t>Alignment against genome or transcriptome</a:t>
            </a:r>
          </a:p>
          <a:p>
            <a:r>
              <a:rPr lang="en-DK" sz="1600" dirty="0"/>
              <a:t>Splicing-U</a:t>
            </a:r>
            <a:r>
              <a:rPr lang="en-GB" sz="1600" dirty="0"/>
              <a:t>n</a:t>
            </a:r>
            <a:r>
              <a:rPr lang="en-DK" sz="1600" dirty="0"/>
              <a:t>aware: NO</a:t>
            </a:r>
            <a:r>
              <a:rPr lang="en-DK" sz="1600" i="1" dirty="0"/>
              <a:t> de novo </a:t>
            </a:r>
            <a:r>
              <a:rPr lang="en-DK" sz="1600" dirty="0"/>
              <a:t>detection of splice junctions (annotation of splicing events required)</a:t>
            </a:r>
          </a:p>
          <a:p>
            <a:r>
              <a:rPr lang="en-DK" sz="1600" u="sng" dirty="0"/>
              <a:t>Good choice for prokaryotic data</a:t>
            </a:r>
            <a:r>
              <a:rPr lang="en-DK" sz="1600" dirty="0"/>
              <a:t>; can be used for eukaryotic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68C93F-2364-8521-9BC3-AB2DF3C00CD4}"/>
              </a:ext>
            </a:extLst>
          </p:cNvPr>
          <p:cNvSpPr txBox="1"/>
          <p:nvPr/>
        </p:nvSpPr>
        <p:spPr>
          <a:xfrm>
            <a:off x="1982822" y="1218696"/>
            <a:ext cx="1505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2800" b="1" dirty="0">
                <a:solidFill>
                  <a:srgbClr val="104964"/>
                </a:solidFill>
              </a:rPr>
              <a:t>Bowtie2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04E9F-4FBA-185E-BB14-01B2AA981118}"/>
              </a:ext>
            </a:extLst>
          </p:cNvPr>
          <p:cNvSpPr txBox="1"/>
          <p:nvPr/>
        </p:nvSpPr>
        <p:spPr>
          <a:xfrm>
            <a:off x="1081708" y="6291656"/>
            <a:ext cx="3839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200" dirty="0">
                <a:latin typeface="Aptos" panose="020B0004020202020204" pitchFamily="34" charset="0"/>
              </a:rPr>
              <a:t>Bowtie2 paper: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ptos" panose="020B0004020202020204" pitchFamily="34" charset="0"/>
                <a:hlinkClick r:id="rId3"/>
              </a:rPr>
              <a:t>https://doi.org/10.1038/nmeth.1923</a:t>
            </a:r>
            <a:endParaRPr lang="en-GB" sz="1200" b="0" i="0" u="none" strike="noStrike" dirty="0">
              <a:solidFill>
                <a:srgbClr val="222222"/>
              </a:solidFill>
              <a:effectLst/>
              <a:latin typeface="Aptos" panose="020B0004020202020204" pitchFamily="34" charset="0"/>
            </a:endParaRPr>
          </a:p>
          <a:p>
            <a:r>
              <a:rPr lang="en-DK" sz="1200" dirty="0">
                <a:latin typeface="Aptos" panose="020B0004020202020204" pitchFamily="34" charset="0"/>
              </a:rPr>
              <a:t>Bowie paper: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ptos" panose="020B0004020202020204" pitchFamily="34" charset="0"/>
                <a:hlinkClick r:id="rId4"/>
              </a:rPr>
              <a:t>https://doi.org/10.1186/gb-2009-10-3-r25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 </a:t>
            </a:r>
            <a:endParaRPr lang="en-DK" sz="12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F5A311-781F-AF00-6CA7-F3001E9B8D9C}"/>
              </a:ext>
            </a:extLst>
          </p:cNvPr>
          <p:cNvSpPr txBox="1"/>
          <p:nvPr/>
        </p:nvSpPr>
        <p:spPr>
          <a:xfrm>
            <a:off x="6975827" y="6522489"/>
            <a:ext cx="41344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200" dirty="0"/>
              <a:t>STAR paper: </a:t>
            </a:r>
            <a:r>
              <a:rPr lang="en-DK" sz="1200" dirty="0">
                <a:hlinkClick r:id="rId5"/>
              </a:rPr>
              <a:t>https://doi.org/10.1093/bioinformatics/bts635</a:t>
            </a:r>
            <a:r>
              <a:rPr lang="en-DK" sz="12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4643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1484-73E7-8120-A150-6F94E390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610A2-1C91-EA2C-06F2-236A7110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9352"/>
            <a:ext cx="12102933" cy="1325563"/>
          </a:xfrm>
        </p:spPr>
        <p:txBody>
          <a:bodyPr/>
          <a:lstStyle/>
          <a:p>
            <a:r>
              <a:rPr lang="en-DK" dirty="0"/>
              <a:t>1. Data processing - Read quantification with Salmon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DD981-0C83-DCF1-6BB1-2B732D87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26</a:t>
            </a:fld>
            <a:endParaRPr lang="en-D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58BB13-FB77-6FF0-3641-E41197853EE7}"/>
              </a:ext>
            </a:extLst>
          </p:cNvPr>
          <p:cNvSpPr txBox="1"/>
          <p:nvPr/>
        </p:nvSpPr>
        <p:spPr>
          <a:xfrm>
            <a:off x="212924" y="1217481"/>
            <a:ext cx="90770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More complex quantification procedure compared to other read counters/quantifiers like </a:t>
            </a:r>
            <a:r>
              <a:rPr lang="en-GB" dirty="0" err="1"/>
              <a:t>featureCounts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Handles counting of multi-mapping reads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More accurate quantification of reads achieved by considering sample-specific parameters and biases of </a:t>
            </a:r>
            <a:r>
              <a:rPr lang="en-GB" dirty="0" err="1"/>
              <a:t>RNAseq</a:t>
            </a:r>
            <a:r>
              <a:rPr lang="en-GB" dirty="0"/>
              <a:t>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positional biases in coverage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sequence-specific biases at the 5′ and 3′ ends of sequenced fragments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fragment-level GC bias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strand-specific protocols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fragment length distribution</a:t>
            </a: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5D08C0-0701-8A5E-E6F0-35F1F67085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0"/>
          <a:stretch/>
        </p:blipFill>
        <p:spPr>
          <a:xfrm>
            <a:off x="4067860" y="3996539"/>
            <a:ext cx="7705565" cy="212503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BE330E-98F7-69FC-C6E8-E60361DC0023}"/>
              </a:ext>
            </a:extLst>
          </p:cNvPr>
          <p:cNvCxnSpPr>
            <a:cxnSpLocks/>
          </p:cNvCxnSpPr>
          <p:nvPr/>
        </p:nvCxnSpPr>
        <p:spPr>
          <a:xfrm>
            <a:off x="9829187" y="1645066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1C964D-0ABD-38C6-92B2-E59D4173E2B8}"/>
              </a:ext>
            </a:extLst>
          </p:cNvPr>
          <p:cNvCxnSpPr>
            <a:cxnSpLocks/>
          </p:cNvCxnSpPr>
          <p:nvPr/>
        </p:nvCxnSpPr>
        <p:spPr>
          <a:xfrm>
            <a:off x="10054474" y="1719153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09941F-4EBB-832B-BA8F-6F859D2C2809}"/>
              </a:ext>
            </a:extLst>
          </p:cNvPr>
          <p:cNvCxnSpPr>
            <a:cxnSpLocks/>
          </p:cNvCxnSpPr>
          <p:nvPr/>
        </p:nvCxnSpPr>
        <p:spPr>
          <a:xfrm>
            <a:off x="11088372" y="1645066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0DF653-D6EF-BFAB-0AEF-6CF3BB5F0AB1}"/>
              </a:ext>
            </a:extLst>
          </p:cNvPr>
          <p:cNvCxnSpPr>
            <a:cxnSpLocks/>
          </p:cNvCxnSpPr>
          <p:nvPr/>
        </p:nvCxnSpPr>
        <p:spPr>
          <a:xfrm>
            <a:off x="11269504" y="1717443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CBBB1-84B1-CDFC-A022-5F1AC8368C4F}"/>
              </a:ext>
            </a:extLst>
          </p:cNvPr>
          <p:cNvCxnSpPr>
            <a:cxnSpLocks/>
          </p:cNvCxnSpPr>
          <p:nvPr/>
        </p:nvCxnSpPr>
        <p:spPr>
          <a:xfrm>
            <a:off x="11454066" y="1796707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968865-6327-436F-4CB0-B679BB99C55D}"/>
              </a:ext>
            </a:extLst>
          </p:cNvPr>
          <p:cNvSpPr txBox="1"/>
          <p:nvPr/>
        </p:nvSpPr>
        <p:spPr>
          <a:xfrm>
            <a:off x="9947482" y="1888833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</a:t>
            </a:r>
            <a:r>
              <a:rPr lang="en-DK" dirty="0"/>
              <a:t>=2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F2591A-8991-078D-B7C0-AD01639FE018}"/>
              </a:ext>
            </a:extLst>
          </p:cNvPr>
          <p:cNvSpPr/>
          <p:nvPr/>
        </p:nvSpPr>
        <p:spPr>
          <a:xfrm>
            <a:off x="9825701" y="1183609"/>
            <a:ext cx="838599" cy="369332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400" dirty="0"/>
              <a:t>Gene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C00CC0-5F1B-A097-01D9-9AA40183F389}"/>
              </a:ext>
            </a:extLst>
          </p:cNvPr>
          <p:cNvSpPr/>
          <p:nvPr/>
        </p:nvSpPr>
        <p:spPr>
          <a:xfrm>
            <a:off x="11034767" y="1183609"/>
            <a:ext cx="838599" cy="369332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400" dirty="0"/>
              <a:t>Gene 2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43484F-BEC5-490A-C3AC-3973CF009CDF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>
            <a:off x="10664300" y="1368275"/>
            <a:ext cx="370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059304-3A39-A5BD-BCB4-7626054C7172}"/>
              </a:ext>
            </a:extLst>
          </p:cNvPr>
          <p:cNvSpPr txBox="1"/>
          <p:nvPr/>
        </p:nvSpPr>
        <p:spPr>
          <a:xfrm>
            <a:off x="11241428" y="1888833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</a:t>
            </a:r>
            <a:r>
              <a:rPr lang="en-DK" dirty="0"/>
              <a:t>=3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E0040-5D16-8873-3011-80D3E8E98DBA}"/>
              </a:ext>
            </a:extLst>
          </p:cNvPr>
          <p:cNvSpPr txBox="1"/>
          <p:nvPr/>
        </p:nvSpPr>
        <p:spPr>
          <a:xfrm>
            <a:off x="212924" y="6480474"/>
            <a:ext cx="4703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200" dirty="0"/>
              <a:t>featureCounts paper: </a:t>
            </a:r>
            <a:r>
              <a:rPr lang="en-GB" sz="1200" dirty="0">
                <a:hlinkClick r:id="rId3"/>
              </a:rPr>
              <a:t>https://doi.org/10.1093/bioinformatics/btt656</a:t>
            </a:r>
            <a:r>
              <a:rPr lang="en-GB" sz="1200" dirty="0"/>
              <a:t> </a:t>
            </a:r>
            <a:endParaRPr lang="en-DK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63BB1B-3CB6-9DD4-39D9-1D2870070BB0}"/>
              </a:ext>
            </a:extLst>
          </p:cNvPr>
          <p:cNvSpPr txBox="1"/>
          <p:nvPr/>
        </p:nvSpPr>
        <p:spPr>
          <a:xfrm>
            <a:off x="6736996" y="6286158"/>
            <a:ext cx="3542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200" dirty="0"/>
              <a:t>Salmon paper: </a:t>
            </a:r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  <a:hlinkClick r:id="rId4"/>
              </a:rPr>
              <a:t>https://doi.org/10.1038/nmeth.4197</a:t>
            </a:r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</a:rPr>
              <a:t> </a:t>
            </a:r>
            <a:endParaRPr lang="en-DK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B4E69D-4A1F-1C37-0DBA-FA14F9C68635}"/>
              </a:ext>
            </a:extLst>
          </p:cNvPr>
          <p:cNvSpPr txBox="1"/>
          <p:nvPr/>
        </p:nvSpPr>
        <p:spPr>
          <a:xfrm>
            <a:off x="6736996" y="6510809"/>
            <a:ext cx="4176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200" dirty="0"/>
              <a:t>Salmon </a:t>
            </a:r>
            <a:r>
              <a:rPr lang="da-DK" sz="1200" dirty="0"/>
              <a:t>docs: </a:t>
            </a:r>
            <a:r>
              <a:rPr lang="en-DK" sz="1200" dirty="0">
                <a:hlinkClick r:id="rId5"/>
              </a:rPr>
              <a:t>https://combine-lab.github.io/salmon/about/</a:t>
            </a:r>
            <a:r>
              <a:rPr lang="en-DK" sz="1200" dirty="0"/>
              <a:t> </a:t>
            </a:r>
            <a:r>
              <a:rPr lang="da-DK" sz="1200" dirty="0"/>
              <a:t> </a:t>
            </a:r>
            <a:endParaRPr lang="en-DK" sz="1200" dirty="0"/>
          </a:p>
        </p:txBody>
      </p:sp>
    </p:spTree>
    <p:extLst>
      <p:ext uri="{BB962C8B-B14F-4D97-AF65-F5344CB8AC3E}">
        <p14:creationId xmlns:p14="http://schemas.microsoft.com/office/powerpoint/2010/main" val="2274803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45D2-F741-7A92-3A3F-27F86F3D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411"/>
            <a:ext cx="11879354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Hands-on data analysis: case study background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B1A0C40-58E3-01A0-6219-E52475840B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8"/>
          <a:stretch/>
        </p:blipFill>
        <p:spPr>
          <a:xfrm>
            <a:off x="233134" y="1187972"/>
            <a:ext cx="6624985" cy="2893929"/>
          </a:xfrm>
          <a:prstGeom prst="rect">
            <a:avLst/>
          </a:prstGeom>
          <a:ln w="3175">
            <a:solidFill>
              <a:schemeClr val="dk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E187D-10D1-29D6-C40E-079563D5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E80FCCD-B178-D947-AE7B-B702548B7D06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87389-A12F-0DAA-CB92-0EFBFE7085CF}"/>
              </a:ext>
            </a:extLst>
          </p:cNvPr>
          <p:cNvSpPr txBox="1"/>
          <p:nvPr/>
        </p:nvSpPr>
        <p:spPr>
          <a:xfrm>
            <a:off x="329611" y="4223063"/>
            <a:ext cx="116047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b="1" dirty="0"/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Saccharin (</a:t>
            </a:r>
            <a:r>
              <a:rPr lang="en-GB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benzosulfimide</a:t>
            </a:r>
            <a:r>
              <a:rPr lang="en-GB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E954)</a:t>
            </a:r>
            <a:r>
              <a:rPr lang="en-DK" dirty="0"/>
              <a:t> is an artifical sweetener used in human diet for &gt; 100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Increasing evidence that saccharin has an effect on the gut microbiome, however, precise mechanisms unknown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V</a:t>
            </a:r>
            <a:r>
              <a:rPr lang="en-GB" dirty="0"/>
              <a:t>a</a:t>
            </a:r>
            <a:r>
              <a:rPr lang="en-DK" dirty="0"/>
              <a:t>rious bacteria studied using a number of experimental assays including RNAseq of </a:t>
            </a:r>
            <a:r>
              <a:rPr lang="en-DK" i="1" dirty="0"/>
              <a:t>E. coli </a:t>
            </a:r>
            <a:r>
              <a:rPr lang="en-DK" dirty="0"/>
              <a:t>MG1655</a:t>
            </a:r>
          </a:p>
          <a:p>
            <a:endParaRPr lang="en-GB" b="1" dirty="0"/>
          </a:p>
          <a:p>
            <a:r>
              <a:rPr lang="en-GB" b="1" dirty="0"/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Saccharin can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inhibit the growth of both Gram-negative and Gram-positive bacteria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disrupt key phenotypes linked to host colonisation, such as motility and biofilm formation</a:t>
            </a:r>
            <a:endParaRPr lang="en-DK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A7E83AA-F985-13A4-C038-A3866E61F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5769" y="2953703"/>
            <a:ext cx="1295533" cy="12693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9BAB20-F70D-C9B8-5E61-BE79E848D420}"/>
              </a:ext>
            </a:extLst>
          </p:cNvPr>
          <p:cNvSpPr txBox="1"/>
          <p:nvPr/>
        </p:nvSpPr>
        <p:spPr>
          <a:xfrm>
            <a:off x="6937630" y="1187267"/>
            <a:ext cx="52513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de Dios, R., Gadar, K., Proctor, C.R. </a:t>
            </a:r>
            <a:r>
              <a:rPr lang="en-GB" sz="1600" b="0" i="1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et al</a:t>
            </a:r>
            <a:r>
              <a:rPr lang="en-GB" sz="16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.  </a:t>
            </a:r>
          </a:p>
          <a:p>
            <a:r>
              <a:rPr lang="en-GB" sz="1600" b="0" i="1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EMBO Mol Med</a:t>
            </a:r>
            <a:r>
              <a:rPr lang="en-GB" sz="16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en-GB" sz="1600" b="1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17</a:t>
            </a:r>
            <a:r>
              <a:rPr lang="en-GB" sz="16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, 993–1017 (2025). </a:t>
            </a:r>
            <a:r>
              <a:rPr lang="en-GB" sz="16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  <a:hlinkClick r:id="rId5"/>
              </a:rPr>
              <a:t>https://doi.org/10.1038/s44321-025-00219-1</a:t>
            </a:r>
            <a:endParaRPr lang="en-GB" sz="1600" b="0" i="0" dirty="0">
              <a:solidFill>
                <a:srgbClr val="222222"/>
              </a:solidFill>
              <a:effectLst/>
              <a:latin typeface="Aptos" panose="020B0004020202020204" pitchFamily="34" charset="0"/>
            </a:endParaRPr>
          </a:p>
          <a:p>
            <a:endParaRPr lang="en-GB" sz="1600" dirty="0">
              <a:solidFill>
                <a:srgbClr val="222222"/>
              </a:solidFill>
              <a:latin typeface="Aptos" panose="020B0004020202020204" pitchFamily="34" charset="0"/>
            </a:endParaRPr>
          </a:p>
          <a:p>
            <a:r>
              <a:rPr lang="en-GB" sz="1600" dirty="0">
                <a:solidFill>
                  <a:srgbClr val="222222"/>
                </a:solidFill>
                <a:latin typeface="Aptos" panose="020B0004020202020204" pitchFamily="34" charset="0"/>
              </a:rPr>
              <a:t>Data set link: </a:t>
            </a:r>
            <a:r>
              <a:rPr lang="en-GB" sz="16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GB" sz="16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  <a:hlinkClick r:id="rId6"/>
              </a:rPr>
              <a:t>https://www.ebi.ac.uk/ena/browser/view/PRJNA1158806</a:t>
            </a:r>
            <a:r>
              <a:rPr lang="en-GB" sz="16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 </a:t>
            </a:r>
            <a:endParaRPr lang="en-DK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266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5DDC7-9E42-AED4-6FAD-5E6A788C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7E6D-4B27-2647-F2D5-0EC06DBF9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85"/>
            <a:ext cx="10515600" cy="1325563"/>
          </a:xfrm>
        </p:spPr>
        <p:txBody>
          <a:bodyPr/>
          <a:lstStyle/>
          <a:p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Hands-on data analysis: case study design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75EBA-70EF-2140-F0AB-BC9CBFD46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28</a:t>
            </a:fld>
            <a:endParaRPr lang="en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5F6328-BF38-17B3-3D98-CA6ECD794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583" y="2964602"/>
            <a:ext cx="2636619" cy="31551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49893F-6968-7C02-A9AA-3BF1C2915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941" y="2964602"/>
            <a:ext cx="2643924" cy="315517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FE4A9B-0313-2952-0C7F-BE435D889CEE}"/>
              </a:ext>
            </a:extLst>
          </p:cNvPr>
          <p:cNvCxnSpPr>
            <a:cxnSpLocks/>
          </p:cNvCxnSpPr>
          <p:nvPr/>
        </p:nvCxnSpPr>
        <p:spPr>
          <a:xfrm>
            <a:off x="1300583" y="5222844"/>
            <a:ext cx="1217619" cy="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289A0B-0D5B-2433-E822-50831CB573F7}"/>
              </a:ext>
            </a:extLst>
          </p:cNvPr>
          <p:cNvCxnSpPr>
            <a:cxnSpLocks/>
          </p:cNvCxnSpPr>
          <p:nvPr/>
        </p:nvCxnSpPr>
        <p:spPr>
          <a:xfrm>
            <a:off x="7298941" y="5222844"/>
            <a:ext cx="1212412" cy="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DBD52FC-D730-669C-6055-AE90808F831C}"/>
              </a:ext>
            </a:extLst>
          </p:cNvPr>
          <p:cNvSpPr txBox="1"/>
          <p:nvPr/>
        </p:nvSpPr>
        <p:spPr>
          <a:xfrm>
            <a:off x="813997" y="503817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0.3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E2F837-52DC-890F-8C66-B16CF2C6B20D}"/>
              </a:ext>
            </a:extLst>
          </p:cNvPr>
          <p:cNvSpPr txBox="1"/>
          <p:nvPr/>
        </p:nvSpPr>
        <p:spPr>
          <a:xfrm>
            <a:off x="6829356" y="5016823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0.3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CC65A5-E3A3-5217-AF65-DB7098F08E30}"/>
              </a:ext>
            </a:extLst>
          </p:cNvPr>
          <p:cNvSpPr txBox="1"/>
          <p:nvPr/>
        </p:nvSpPr>
        <p:spPr>
          <a:xfrm rot="16200000">
            <a:off x="-894161" y="4157942"/>
            <a:ext cx="3026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b="1" dirty="0"/>
              <a:t>Optical density (600 nm)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464DF3-6282-768E-7256-C4892F73F459}"/>
              </a:ext>
            </a:extLst>
          </p:cNvPr>
          <p:cNvSpPr txBox="1"/>
          <p:nvPr/>
        </p:nvSpPr>
        <p:spPr>
          <a:xfrm rot="16200000">
            <a:off x="5093531" y="4157942"/>
            <a:ext cx="3026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b="1" dirty="0"/>
              <a:t>Optical density (600 nm)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C16B32-AC99-7241-5A85-CC81F5E3B772}"/>
              </a:ext>
            </a:extLst>
          </p:cNvPr>
          <p:cNvSpPr txBox="1"/>
          <p:nvPr/>
        </p:nvSpPr>
        <p:spPr>
          <a:xfrm>
            <a:off x="2112984" y="616733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/>
              <a:t>Time (h)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8C4716-3B18-A570-1A90-F59F213F79B1}"/>
              </a:ext>
            </a:extLst>
          </p:cNvPr>
          <p:cNvSpPr txBox="1"/>
          <p:nvPr/>
        </p:nvSpPr>
        <p:spPr>
          <a:xfrm>
            <a:off x="8261095" y="616733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/>
              <a:t>Time (h)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9AB416-EE2E-5A76-F381-A1E4718C5BB3}"/>
              </a:ext>
            </a:extLst>
          </p:cNvPr>
          <p:cNvSpPr txBox="1"/>
          <p:nvPr/>
        </p:nvSpPr>
        <p:spPr>
          <a:xfrm>
            <a:off x="101703" y="1033876"/>
            <a:ext cx="9155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i="1" dirty="0"/>
              <a:t>E. </a:t>
            </a:r>
            <a:r>
              <a:rPr lang="en-GB" i="1" dirty="0"/>
              <a:t>c</a:t>
            </a:r>
            <a:r>
              <a:rPr lang="en-DK" i="1" dirty="0"/>
              <a:t>oli</a:t>
            </a:r>
            <a:r>
              <a:rPr lang="en-DK" dirty="0"/>
              <a:t> MG1655 was cultivated in LB medium until early exponential phase (OD600=0.3)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At this point, 1.4% saccharin (treatment) or water (control) was added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After an additional hour of cultivation samples were taken, RNA isolated and sequenced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Biological triplicates per condition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477C17-E759-5115-8FF6-F87C6EB5273B}"/>
              </a:ext>
            </a:extLst>
          </p:cNvPr>
          <p:cNvSpPr txBox="1"/>
          <p:nvPr/>
        </p:nvSpPr>
        <p:spPr>
          <a:xfrm>
            <a:off x="1741728" y="2278064"/>
            <a:ext cx="1754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K" b="1" dirty="0">
                <a:solidFill>
                  <a:srgbClr val="104964"/>
                </a:solidFill>
              </a:rPr>
              <a:t>Control (water)</a:t>
            </a:r>
          </a:p>
          <a:p>
            <a:pPr algn="ctr"/>
            <a:r>
              <a:rPr lang="en-DK" b="1" dirty="0">
                <a:solidFill>
                  <a:srgbClr val="104964"/>
                </a:solidFill>
              </a:rPr>
              <a:t>n=3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4E710D-98E8-8896-8BC2-82B2D51AF010}"/>
              </a:ext>
            </a:extLst>
          </p:cNvPr>
          <p:cNvSpPr txBox="1"/>
          <p:nvPr/>
        </p:nvSpPr>
        <p:spPr>
          <a:xfrm>
            <a:off x="7001183" y="2225148"/>
            <a:ext cx="3033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K" b="1" dirty="0">
                <a:solidFill>
                  <a:schemeClr val="accent2">
                    <a:lumMod val="75000"/>
                  </a:schemeClr>
                </a:solidFill>
              </a:rPr>
              <a:t>Treatment (1.4% saccharin)</a:t>
            </a:r>
          </a:p>
          <a:p>
            <a:pPr algn="ctr"/>
            <a:r>
              <a:rPr lang="en-DK" b="1" dirty="0">
                <a:solidFill>
                  <a:schemeClr val="accent2">
                    <a:lumMod val="75000"/>
                  </a:schemeClr>
                </a:solidFill>
              </a:rPr>
              <a:t>n=3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3F2D85-A1B6-923E-A4DB-1E3BB5796718}"/>
              </a:ext>
            </a:extLst>
          </p:cNvPr>
          <p:cNvSpPr txBox="1"/>
          <p:nvPr/>
        </p:nvSpPr>
        <p:spPr>
          <a:xfrm>
            <a:off x="4221995" y="2910196"/>
            <a:ext cx="1930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chemeClr val="accent1"/>
                </a:solidFill>
              </a:rPr>
              <a:t>Sampling for RNA isolation and RNAseq </a:t>
            </a:r>
            <a:r>
              <a:rPr lang="en-DK" b="1" dirty="0">
                <a:solidFill>
                  <a:schemeClr val="accent1"/>
                </a:solidFill>
              </a:rPr>
              <a:t>1h post-treatment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1AD0691-8FC7-7C8A-E560-A4F73E9F28C5}"/>
              </a:ext>
            </a:extLst>
          </p:cNvPr>
          <p:cNvCxnSpPr>
            <a:cxnSpLocks/>
          </p:cNvCxnSpPr>
          <p:nvPr/>
        </p:nvCxnSpPr>
        <p:spPr>
          <a:xfrm flipH="1">
            <a:off x="3462134" y="3336861"/>
            <a:ext cx="731846" cy="113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4A32C84-90AC-C571-84BD-0DA69CB18047}"/>
              </a:ext>
            </a:extLst>
          </p:cNvPr>
          <p:cNvSpPr txBox="1"/>
          <p:nvPr/>
        </p:nvSpPr>
        <p:spPr>
          <a:xfrm>
            <a:off x="10193645" y="2835277"/>
            <a:ext cx="1930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Sampling for RNA isolation and RNAseq </a:t>
            </a:r>
            <a:r>
              <a:rPr lang="en-DK" b="1" dirty="0">
                <a:solidFill>
                  <a:schemeClr val="accent2">
                    <a:lumMod val="75000"/>
                  </a:schemeClr>
                </a:solidFill>
              </a:rPr>
              <a:t>1h post-treatment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14DC9A-3DFE-59E4-30B0-43802C7E8FAD}"/>
              </a:ext>
            </a:extLst>
          </p:cNvPr>
          <p:cNvCxnSpPr>
            <a:cxnSpLocks/>
          </p:cNvCxnSpPr>
          <p:nvPr/>
        </p:nvCxnSpPr>
        <p:spPr>
          <a:xfrm flipH="1">
            <a:off x="9469813" y="3291054"/>
            <a:ext cx="747901" cy="165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A477480-4766-968C-0E1B-7EF520964CC4}"/>
              </a:ext>
            </a:extLst>
          </p:cNvPr>
          <p:cNvSpPr txBox="1"/>
          <p:nvPr/>
        </p:nvSpPr>
        <p:spPr>
          <a:xfrm>
            <a:off x="2647780" y="6599443"/>
            <a:ext cx="6439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100" dirty="0"/>
              <a:t>Growth curves are schematic,</a:t>
            </a:r>
            <a:r>
              <a:rPr lang="en-DK" sz="1200" i="1" dirty="0"/>
              <a:t> i.e. </a:t>
            </a:r>
            <a:r>
              <a:rPr lang="en-DK" sz="1100" dirty="0"/>
              <a:t>they were created for illustration purposes (not taken from the paper)</a:t>
            </a:r>
          </a:p>
        </p:txBody>
      </p:sp>
    </p:spTree>
    <p:extLst>
      <p:ext uri="{BB962C8B-B14F-4D97-AF65-F5344CB8AC3E}">
        <p14:creationId xmlns:p14="http://schemas.microsoft.com/office/powerpoint/2010/main" val="2348600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EF347-8FE4-D66A-C1A2-3545B848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737"/>
            <a:ext cx="1205865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Hands-on data processing with nf-core/rnaseq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ADBD7-6705-F382-BCA5-7A2EB7F2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E80FCCD-B178-D947-AE7B-B702548B7D06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92FD9-BAB9-2B60-77D3-3E96DC3AA30D}"/>
              </a:ext>
            </a:extLst>
          </p:cNvPr>
          <p:cNvSpPr txBox="1"/>
          <p:nvPr/>
        </p:nvSpPr>
        <p:spPr>
          <a:xfrm>
            <a:off x="243567" y="1298919"/>
            <a:ext cx="115376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Processing the entire data set would need more computational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We will process 2 size-reduced samples of the data set in the codespace instead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Instructions can be found here: </a:t>
            </a:r>
            <a:r>
              <a:rPr lang="en-GB" dirty="0">
                <a:solidFill>
                  <a:srgbClr val="FF0000"/>
                </a:solidFill>
                <a:hlinkClick r:id="rId2"/>
              </a:rPr>
              <a:t>https://biosustain.github.io/dsp_transcriptomics_training/instructions.html</a:t>
            </a:r>
            <a:r>
              <a:rPr lang="en-DK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FC5F2F-E9D5-83E5-3E21-B808DD170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98"/>
          <a:stretch/>
        </p:blipFill>
        <p:spPr>
          <a:xfrm>
            <a:off x="401917" y="2272781"/>
            <a:ext cx="11385118" cy="40330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5E7991-B392-738C-92DB-5503D6F36BB2}"/>
              </a:ext>
            </a:extLst>
          </p:cNvPr>
          <p:cNvSpPr txBox="1"/>
          <p:nvPr/>
        </p:nvSpPr>
        <p:spPr>
          <a:xfrm>
            <a:off x="0" y="6507750"/>
            <a:ext cx="2562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400" dirty="0">
                <a:hlinkClick r:id="rId5"/>
              </a:rPr>
              <a:t>https://nf-co.re/rnaseq/3.23.0</a:t>
            </a:r>
            <a:r>
              <a:rPr lang="en-DK" sz="14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CD79-8B96-0A31-078D-5EFD1B6FF0E4}"/>
              </a:ext>
            </a:extLst>
          </p:cNvPr>
          <p:cNvSpPr txBox="1"/>
          <p:nvPr/>
        </p:nvSpPr>
        <p:spPr>
          <a:xfrm>
            <a:off x="2562078" y="6542831"/>
            <a:ext cx="8787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400" dirty="0"/>
              <a:t>Since v3.23.0 (Dec 2025), read alignment with Bowtie2 is possible which facilitates procesing of prokaryotic data</a:t>
            </a:r>
          </a:p>
        </p:txBody>
      </p:sp>
    </p:spTree>
    <p:extLst>
      <p:ext uri="{BB962C8B-B14F-4D97-AF65-F5344CB8AC3E}">
        <p14:creationId xmlns:p14="http://schemas.microsoft.com/office/powerpoint/2010/main" val="2695459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4FDF-B2AC-1456-3F3A-4DB68E5F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Lunch break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C64D8-0AD1-FBB6-88AD-A5FC820C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73378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6C9CB-1E1D-D563-EDE5-7CEAA7054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66F6-AA6B-06F3-1D59-3626C1A38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DK" dirty="0"/>
              <a:t>1. Data processing – output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A0A33-1BBF-D51C-75AF-D9525FA3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31</a:t>
            </a:fld>
            <a:endParaRPr lang="en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066EFF-B474-2495-4465-C1895BE2AC80}"/>
              </a:ext>
            </a:extLst>
          </p:cNvPr>
          <p:cNvSpPr txBox="1"/>
          <p:nvPr/>
        </p:nvSpPr>
        <p:spPr>
          <a:xfrm>
            <a:off x="114275" y="1126783"/>
            <a:ext cx="59817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>
                <a:latin typeface="Aptos" panose="020B0004020202020204" pitchFamily="34" charset="0"/>
              </a:rPr>
              <a:t>nf</a:t>
            </a:r>
            <a:r>
              <a:rPr lang="da-DK" dirty="0">
                <a:latin typeface="Aptos" panose="020B0004020202020204" pitchFamily="34" charset="0"/>
              </a:rPr>
              <a:t>-core pipeline outputs from the </a:t>
            </a:r>
            <a:r>
              <a:rPr lang="da-DK" dirty="0" err="1">
                <a:latin typeface="Aptos" panose="020B0004020202020204" pitchFamily="34" charset="0"/>
              </a:rPr>
              <a:t>different</a:t>
            </a:r>
            <a:r>
              <a:rPr lang="da-DK" dirty="0">
                <a:latin typeface="Aptos" panose="020B0004020202020204" pitchFamily="34" charset="0"/>
              </a:rPr>
              <a:t> software </a:t>
            </a:r>
            <a:r>
              <a:rPr lang="da-DK" dirty="0" err="1">
                <a:latin typeface="Aptos" panose="020B0004020202020204" pitchFamily="34" charset="0"/>
              </a:rPr>
              <a:t>tools</a:t>
            </a:r>
            <a:r>
              <a:rPr lang="da-DK" dirty="0">
                <a:latin typeface="Aptos" panose="020B0004020202020204" pitchFamily="34" charset="0"/>
              </a:rPr>
              <a:t> </a:t>
            </a:r>
            <a:r>
              <a:rPr lang="da-DK" dirty="0" err="1">
                <a:latin typeface="Aptos" panose="020B0004020202020204" pitchFamily="34" charset="0"/>
              </a:rPr>
              <a:t>are</a:t>
            </a:r>
            <a:r>
              <a:rPr lang="da-DK" dirty="0">
                <a:latin typeface="Aptos" panose="020B0004020202020204" pitchFamily="34" charset="0"/>
              </a:rPr>
              <a:t> </a:t>
            </a:r>
            <a:r>
              <a:rPr lang="da-DK" dirty="0" err="1">
                <a:latin typeface="Aptos" panose="020B0004020202020204" pitchFamily="34" charset="0"/>
              </a:rPr>
              <a:t>saved</a:t>
            </a:r>
            <a:r>
              <a:rPr lang="da-DK" dirty="0">
                <a:latin typeface="Aptos" panose="020B0004020202020204" pitchFamily="34" charset="0"/>
              </a:rPr>
              <a:t> in </a:t>
            </a:r>
            <a:r>
              <a:rPr lang="da-DK" dirty="0" err="1">
                <a:latin typeface="Aptos" panose="020B0004020202020204" pitchFamily="34" charset="0"/>
              </a:rPr>
              <a:t>dedicated</a:t>
            </a:r>
            <a:r>
              <a:rPr lang="da-DK" dirty="0">
                <a:latin typeface="Aptos" panose="020B0004020202020204" pitchFamily="34" charset="0"/>
              </a:rPr>
              <a:t> subfolders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>
                <a:latin typeface="Aptos" panose="020B0004020202020204" pitchFamily="34" charset="0"/>
              </a:rPr>
              <a:t>Multi</a:t>
            </a:r>
            <a:r>
              <a:rPr lang="da-DK" b="1" dirty="0">
                <a:latin typeface="Aptos" panose="020B0004020202020204" pitchFamily="34" charset="0"/>
              </a:rPr>
              <a:t>-QC </a:t>
            </a:r>
            <a:r>
              <a:rPr lang="da-DK" b="1" dirty="0" err="1">
                <a:latin typeface="Aptos" panose="020B0004020202020204" pitchFamily="34" charset="0"/>
              </a:rPr>
              <a:t>report</a:t>
            </a:r>
            <a:r>
              <a:rPr lang="da-DK" b="1" dirty="0">
                <a:latin typeface="Aptos" panose="020B0004020202020204" pitchFamily="34" charset="0"/>
              </a:rPr>
              <a:t> (html) </a:t>
            </a:r>
            <a:r>
              <a:rPr lang="da-DK" b="1" dirty="0" err="1">
                <a:latin typeface="Aptos" panose="020B0004020202020204" pitchFamily="34" charset="0"/>
              </a:rPr>
              <a:t>examples</a:t>
            </a:r>
            <a:r>
              <a:rPr lang="da-DK" b="1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>
                <a:latin typeface="Aptos" panose="020B0004020202020204" pitchFamily="34" charset="0"/>
              </a:rPr>
              <a:t>General stats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a-DK" dirty="0">
                <a:latin typeface="Aptos" panose="020B0004020202020204" pitchFamily="34" charset="0"/>
              </a:rPr>
              <a:t>STAR alignment stats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b="0" i="0" dirty="0" err="1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F</a:t>
            </a:r>
            <a:r>
              <a:rPr lang="da-DK" dirty="0" err="1">
                <a:solidFill>
                  <a:srgbClr val="333333"/>
                </a:solidFill>
                <a:latin typeface="Aptos" panose="020B0004020202020204" pitchFamily="34" charset="0"/>
              </a:rPr>
              <a:t>astQC</a:t>
            </a:r>
            <a:r>
              <a:rPr lang="da-DK" dirty="0">
                <a:solidFill>
                  <a:srgbClr val="333333"/>
                </a:solidFill>
                <a:latin typeface="Aptos" panose="020B0004020202020204" pitchFamily="34" charset="0"/>
              </a:rPr>
              <a:t>(</a:t>
            </a:r>
            <a:r>
              <a:rPr lang="da-DK" dirty="0" err="1">
                <a:solidFill>
                  <a:srgbClr val="333333"/>
                </a:solidFill>
                <a:latin typeface="Aptos" panose="020B0004020202020204" pitchFamily="34" charset="0"/>
              </a:rPr>
              <a:t>raw</a:t>
            </a:r>
            <a:r>
              <a:rPr lang="da-DK" dirty="0">
                <a:solidFill>
                  <a:srgbClr val="333333"/>
                </a:solidFill>
                <a:latin typeface="Aptos" panose="020B0004020202020204" pitchFamily="34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Sequence Quality Histograms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Per Sequence GC Content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Per Base N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Software versions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nf</a:t>
            </a:r>
            <a:r>
              <a:rPr lang="en-GB" b="0" i="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-core/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rnaseq</a:t>
            </a:r>
            <a:r>
              <a:rPr lang="en-GB" b="0" i="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 Workflow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>
                <a:latin typeface="Aptos" panose="020B0004020202020204" pitchFamily="34" charset="0"/>
              </a:rPr>
              <a:t>Bowtie2_salmon subfolder: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>
                <a:latin typeface="Aptos" panose="020B0004020202020204" pitchFamily="34" charset="0"/>
              </a:rPr>
              <a:t>Count </a:t>
            </a:r>
            <a:r>
              <a:rPr lang="da-DK" dirty="0" err="1">
                <a:latin typeface="Aptos" panose="020B0004020202020204" pitchFamily="34" charset="0"/>
              </a:rPr>
              <a:t>tables</a:t>
            </a:r>
            <a:r>
              <a:rPr lang="da-DK" dirty="0">
                <a:latin typeface="Aptos" panose="020B0004020202020204" pitchFamily="34" charset="0"/>
              </a:rPr>
              <a:t>: </a:t>
            </a:r>
            <a:r>
              <a:rPr lang="da-DK" dirty="0" err="1">
                <a:latin typeface="Aptos" panose="020B0004020202020204" pitchFamily="34" charset="0"/>
              </a:rPr>
              <a:t>read</a:t>
            </a:r>
            <a:r>
              <a:rPr lang="da-DK" dirty="0">
                <a:latin typeface="Aptos" panose="020B0004020202020204" pitchFamily="34" charset="0"/>
              </a:rPr>
              <a:t> </a:t>
            </a:r>
            <a:r>
              <a:rPr lang="da-DK" dirty="0" err="1">
                <a:latin typeface="Aptos" panose="020B0004020202020204" pitchFamily="34" charset="0"/>
              </a:rPr>
              <a:t>counts</a:t>
            </a:r>
            <a:r>
              <a:rPr lang="da-DK" dirty="0">
                <a:latin typeface="Aptos" panose="020B0004020202020204" pitchFamily="34" charset="0"/>
              </a:rPr>
              <a:t> per </a:t>
            </a:r>
            <a:r>
              <a:rPr lang="da-DK" dirty="0" err="1">
                <a:latin typeface="Aptos" panose="020B0004020202020204" pitchFamily="34" charset="0"/>
              </a:rPr>
              <a:t>sequence</a:t>
            </a:r>
            <a:r>
              <a:rPr lang="da-DK" dirty="0">
                <a:latin typeface="Aptos" panose="020B0004020202020204" pitchFamily="34" charset="0"/>
              </a:rPr>
              <a:t> feature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43C0D8-1EC8-505C-7031-4F782B2C3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796" y="511909"/>
            <a:ext cx="2425700" cy="1816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7E1F14-9768-19E3-C4BA-5F7803BE4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575" y="2655724"/>
            <a:ext cx="3619500" cy="127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5DCED9-8890-4E0D-7145-8D74458E920A}"/>
              </a:ext>
            </a:extLst>
          </p:cNvPr>
          <p:cNvSpPr txBox="1"/>
          <p:nvPr/>
        </p:nvSpPr>
        <p:spPr>
          <a:xfrm>
            <a:off x="8088357" y="2344995"/>
            <a:ext cx="2042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04964"/>
                </a:solidFill>
              </a:rPr>
              <a:t>M</a:t>
            </a:r>
            <a:r>
              <a:rPr lang="en-DK" b="1" dirty="0">
                <a:solidFill>
                  <a:srgbClr val="104964"/>
                </a:solidFill>
              </a:rPr>
              <a:t>ultiqc subfolder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91A67E-AC87-7E13-47B5-10CF5E0B05E4}"/>
              </a:ext>
            </a:extLst>
          </p:cNvPr>
          <p:cNvSpPr txBox="1"/>
          <p:nvPr/>
        </p:nvSpPr>
        <p:spPr>
          <a:xfrm>
            <a:off x="8097326" y="176553"/>
            <a:ext cx="3014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104964"/>
                </a:solidFill>
              </a:rPr>
              <a:t>Overall subfolder </a:t>
            </a:r>
            <a:r>
              <a:rPr lang="da-DK" b="1" dirty="0" err="1">
                <a:solidFill>
                  <a:srgbClr val="104964"/>
                </a:solidFill>
              </a:rPr>
              <a:t>structure</a:t>
            </a:r>
            <a:endParaRPr lang="en-DK" b="1" dirty="0">
              <a:solidFill>
                <a:srgbClr val="104964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9C4847-5870-C481-F5E3-DB9E73B2C31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964074" y="3150221"/>
            <a:ext cx="1091183" cy="346582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0611FE-59A8-AAA6-A027-035DCB66A56E}"/>
              </a:ext>
            </a:extLst>
          </p:cNvPr>
          <p:cNvSpPr txBox="1"/>
          <p:nvPr/>
        </p:nvSpPr>
        <p:spPr>
          <a:xfrm>
            <a:off x="6174738" y="2827055"/>
            <a:ext cx="1789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Multi-QC report </a:t>
            </a:r>
          </a:p>
          <a:p>
            <a:r>
              <a:rPr lang="en-DK" dirty="0"/>
              <a:t>for inspection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959AE2-E46A-6672-6539-3F127F445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429" y="4321529"/>
            <a:ext cx="5295900" cy="245110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A1E8E6-86E0-8024-4303-DF0DF05C4881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5636829" y="5413955"/>
            <a:ext cx="1001946" cy="435344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77AB490-1277-C7FA-DE3D-1CAD767EEE12}"/>
              </a:ext>
            </a:extLst>
          </p:cNvPr>
          <p:cNvSpPr txBox="1"/>
          <p:nvPr/>
        </p:nvSpPr>
        <p:spPr>
          <a:xfrm>
            <a:off x="4692453" y="5849299"/>
            <a:ext cx="1888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Counts results for downstream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C0A371-83A3-2B1B-BE06-1182E80EFAF2}"/>
              </a:ext>
            </a:extLst>
          </p:cNvPr>
          <p:cNvSpPr txBox="1"/>
          <p:nvPr/>
        </p:nvSpPr>
        <p:spPr>
          <a:xfrm>
            <a:off x="6450093" y="3968754"/>
            <a:ext cx="3845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104964"/>
                </a:solidFill>
              </a:rPr>
              <a:t>Bowtie2-Salmon subfolder (</a:t>
            </a:r>
            <a:r>
              <a:rPr lang="da-DK" b="1" dirty="0" err="1">
                <a:solidFill>
                  <a:srgbClr val="104964"/>
                </a:solidFill>
              </a:rPr>
              <a:t>partial</a:t>
            </a:r>
            <a:r>
              <a:rPr lang="da-DK" b="1" dirty="0">
                <a:solidFill>
                  <a:srgbClr val="104964"/>
                </a:solidFill>
              </a:rPr>
              <a:t>)</a:t>
            </a:r>
            <a:endParaRPr lang="en-DK" b="1" dirty="0">
              <a:solidFill>
                <a:srgbClr val="1049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235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2D88-384A-FD84-23AE-78F373E6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DK" dirty="0"/>
              <a:t>2. Post-processing data analysis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B5D49-9977-7491-5FEC-BB349FDF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32</a:t>
            </a:fld>
            <a:endParaRPr lang="en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91595C-9FBD-AC54-B6CC-408D770EFDA5}"/>
              </a:ext>
            </a:extLst>
          </p:cNvPr>
          <p:cNvSpPr txBox="1"/>
          <p:nvPr/>
        </p:nvSpPr>
        <p:spPr>
          <a:xfrm>
            <a:off x="535354" y="1325563"/>
            <a:ext cx="89658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sz="2400" dirty="0"/>
              <a:t>Normalization methods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sz="2400" dirty="0"/>
              <a:t>Differential gene expression (DGE </a:t>
            </a:r>
            <a:r>
              <a:rPr lang="en-DK" sz="2400" i="1" dirty="0"/>
              <a:t>or</a:t>
            </a:r>
            <a:r>
              <a:rPr lang="en-DK" sz="2400" dirty="0"/>
              <a:t> DE) analysis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DK" sz="2400" dirty="0"/>
              <a:t>Statistics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DK" sz="2400" dirty="0"/>
              <a:t>DESeq2 (R language)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sz="2400" dirty="0"/>
              <a:t>Functional analysis for biological interpretation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DK" sz="2400" dirty="0"/>
              <a:t>Over-representation analysis (ORA)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DK" sz="2400" dirty="0"/>
              <a:t>Gene-set enrichment analysis (GSEA)</a:t>
            </a:r>
          </a:p>
        </p:txBody>
      </p:sp>
    </p:spTree>
    <p:extLst>
      <p:ext uri="{BB962C8B-B14F-4D97-AF65-F5344CB8AC3E}">
        <p14:creationId xmlns:p14="http://schemas.microsoft.com/office/powerpoint/2010/main" val="1937930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3C76D-1771-125D-4AB1-5901B01C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6A52-4B90-E6E5-5CB6-06E33094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225"/>
            <a:ext cx="10515600" cy="1325563"/>
          </a:xfrm>
        </p:spPr>
        <p:txBody>
          <a:bodyPr/>
          <a:lstStyle/>
          <a:p>
            <a:r>
              <a:rPr lang="en-DK" dirty="0"/>
              <a:t>Normalization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12FD2-7E2F-70E5-A7BF-AE66DC7A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33</a:t>
            </a:fld>
            <a:endParaRPr lang="en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A601E1-E1BA-FA63-A54E-2DE80D4D3467}"/>
              </a:ext>
            </a:extLst>
          </p:cNvPr>
          <p:cNvSpPr txBox="1"/>
          <p:nvPr/>
        </p:nvSpPr>
        <p:spPr>
          <a:xfrm>
            <a:off x="3328629" y="2573099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Sample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FB867D-421B-D810-882C-E48F9CC2DE9A}"/>
              </a:ext>
            </a:extLst>
          </p:cNvPr>
          <p:cNvSpPr txBox="1"/>
          <p:nvPr/>
        </p:nvSpPr>
        <p:spPr>
          <a:xfrm>
            <a:off x="224472" y="1164133"/>
            <a:ext cx="50604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Read counts per gene depend on (among others):</a:t>
            </a:r>
          </a:p>
          <a:p>
            <a:pPr marL="342900" indent="-342900">
              <a:buAutoNum type="arabicPeriod"/>
            </a:pPr>
            <a:r>
              <a:rPr lang="en-DK" b="1" dirty="0">
                <a:solidFill>
                  <a:schemeClr val="accent1"/>
                </a:solidFill>
              </a:rPr>
              <a:t>Library size (count of total reads)</a:t>
            </a:r>
          </a:p>
          <a:p>
            <a:pPr marL="342900" indent="-342900">
              <a:buAutoNum type="arabicPeriod"/>
            </a:pPr>
            <a:r>
              <a:rPr lang="en-DK" b="1" dirty="0">
                <a:solidFill>
                  <a:schemeClr val="accent1"/>
                </a:solidFill>
              </a:rPr>
              <a:t>Gene length</a:t>
            </a:r>
          </a:p>
          <a:p>
            <a:pPr marL="342900" indent="-342900">
              <a:buAutoNum type="arabicPeriod"/>
            </a:pPr>
            <a:r>
              <a:rPr lang="en-DK" dirty="0"/>
              <a:t>RNA composition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CA5366-4F56-BE56-94F4-51EDA734142F}"/>
              </a:ext>
            </a:extLst>
          </p:cNvPr>
          <p:cNvSpPr/>
          <p:nvPr/>
        </p:nvSpPr>
        <p:spPr>
          <a:xfrm>
            <a:off x="3207608" y="2955611"/>
            <a:ext cx="133138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Gene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0E60CE-912F-E1E7-D780-6F798C82DCB4}"/>
              </a:ext>
            </a:extLst>
          </p:cNvPr>
          <p:cNvCxnSpPr/>
          <p:nvPr/>
        </p:nvCxnSpPr>
        <p:spPr>
          <a:xfrm>
            <a:off x="3285672" y="3417050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E21F35-3FD7-D112-2B24-F856A2432963}"/>
              </a:ext>
            </a:extLst>
          </p:cNvPr>
          <p:cNvCxnSpPr/>
          <p:nvPr/>
        </p:nvCxnSpPr>
        <p:spPr>
          <a:xfrm>
            <a:off x="3438072" y="3569450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45C6225-C34B-B8C5-66F7-1C7FA88778BA}"/>
              </a:ext>
            </a:extLst>
          </p:cNvPr>
          <p:cNvSpPr/>
          <p:nvPr/>
        </p:nvSpPr>
        <p:spPr>
          <a:xfrm>
            <a:off x="4949082" y="2963859"/>
            <a:ext cx="133138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Gene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B0B8DE7-45CE-E48F-5308-50567BCBC703}"/>
              </a:ext>
            </a:extLst>
          </p:cNvPr>
          <p:cNvCxnSpPr/>
          <p:nvPr/>
        </p:nvCxnSpPr>
        <p:spPr>
          <a:xfrm>
            <a:off x="4997098" y="3403189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059259-8290-3617-D767-01ABCBB794E1}"/>
              </a:ext>
            </a:extLst>
          </p:cNvPr>
          <p:cNvCxnSpPr/>
          <p:nvPr/>
        </p:nvCxnSpPr>
        <p:spPr>
          <a:xfrm>
            <a:off x="5149498" y="3555589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4410A8-E5B3-1F1A-6CAF-D60B1BBB98FF}"/>
              </a:ext>
            </a:extLst>
          </p:cNvPr>
          <p:cNvCxnSpPr/>
          <p:nvPr/>
        </p:nvCxnSpPr>
        <p:spPr>
          <a:xfrm>
            <a:off x="5301898" y="3707989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D98DAB6-E9A7-88D0-20A9-C941557A1176}"/>
              </a:ext>
            </a:extLst>
          </p:cNvPr>
          <p:cNvCxnSpPr/>
          <p:nvPr/>
        </p:nvCxnSpPr>
        <p:spPr>
          <a:xfrm>
            <a:off x="5454298" y="3860389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760DC65-2A56-DDA6-547C-BBBEC2C21826}"/>
              </a:ext>
            </a:extLst>
          </p:cNvPr>
          <p:cNvSpPr txBox="1"/>
          <p:nvPr/>
        </p:nvSpPr>
        <p:spPr>
          <a:xfrm>
            <a:off x="5051574" y="2581347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Sample 2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8D9CB0A-5A8D-024C-8C49-2738E4343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472893"/>
              </p:ext>
            </p:extLst>
          </p:nvPr>
        </p:nvGraphicFramePr>
        <p:xfrm>
          <a:off x="183607" y="4174567"/>
          <a:ext cx="1160734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972">
                  <a:extLst>
                    <a:ext uri="{9D8B030D-6E8A-4147-A177-3AD203B41FA5}">
                      <a16:colId xmlns:a16="http://schemas.microsoft.com/office/drawing/2014/main" val="3049433860"/>
                    </a:ext>
                  </a:extLst>
                </a:gridCol>
                <a:gridCol w="1796716">
                  <a:extLst>
                    <a:ext uri="{9D8B030D-6E8A-4147-A177-3AD203B41FA5}">
                      <a16:colId xmlns:a16="http://schemas.microsoft.com/office/drawing/2014/main" val="2889940380"/>
                    </a:ext>
                  </a:extLst>
                </a:gridCol>
                <a:gridCol w="2005263">
                  <a:extLst>
                    <a:ext uri="{9D8B030D-6E8A-4147-A177-3AD203B41FA5}">
                      <a16:colId xmlns:a16="http://schemas.microsoft.com/office/drawing/2014/main" val="2535501783"/>
                    </a:ext>
                  </a:extLst>
                </a:gridCol>
                <a:gridCol w="2037347">
                  <a:extLst>
                    <a:ext uri="{9D8B030D-6E8A-4147-A177-3AD203B41FA5}">
                      <a16:colId xmlns:a16="http://schemas.microsoft.com/office/drawing/2014/main" val="3427490018"/>
                    </a:ext>
                  </a:extLst>
                </a:gridCol>
                <a:gridCol w="3064042">
                  <a:extLst>
                    <a:ext uri="{9D8B030D-6E8A-4147-A177-3AD203B41FA5}">
                      <a16:colId xmlns:a16="http://schemas.microsoft.com/office/drawing/2014/main" val="3582979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K" dirty="0"/>
                        <a:t>Read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10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dirty="0"/>
                        <a:t>Count of total reads</a:t>
                      </a:r>
                      <a:endParaRPr lang="en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DK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078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dirty="0"/>
                        <a:t>Gene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DK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49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b="1" dirty="0"/>
                        <a:t>Normalized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84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dirty="0"/>
                        <a:t>Relevant for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I</a:t>
                      </a:r>
                      <a:r>
                        <a:rPr lang="en-DK" dirty="0"/>
                        <a:t>nter-sample comparison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DK" dirty="0"/>
                        <a:t>Intra-sample comparison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937626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63E53EDD-2B51-9799-8EBE-3636208531E9}"/>
              </a:ext>
            </a:extLst>
          </p:cNvPr>
          <p:cNvSpPr/>
          <p:nvPr/>
        </p:nvSpPr>
        <p:spPr>
          <a:xfrm>
            <a:off x="7009892" y="2969875"/>
            <a:ext cx="133138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Gene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ED5FFD2-C4B4-2F6D-019B-B9FFC7CD4526}"/>
              </a:ext>
            </a:extLst>
          </p:cNvPr>
          <p:cNvCxnSpPr/>
          <p:nvPr/>
        </p:nvCxnSpPr>
        <p:spPr>
          <a:xfrm>
            <a:off x="7087956" y="3431314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FCA984-BACE-8971-EA56-BFD5FC93BBE8}"/>
              </a:ext>
            </a:extLst>
          </p:cNvPr>
          <p:cNvCxnSpPr/>
          <p:nvPr/>
        </p:nvCxnSpPr>
        <p:spPr>
          <a:xfrm>
            <a:off x="7240356" y="3583714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09BA160-96C8-BF95-07D5-0C0C4E791886}"/>
              </a:ext>
            </a:extLst>
          </p:cNvPr>
          <p:cNvSpPr/>
          <p:nvPr/>
        </p:nvSpPr>
        <p:spPr>
          <a:xfrm>
            <a:off x="9080281" y="2974507"/>
            <a:ext cx="2446613" cy="369332"/>
          </a:xfrm>
          <a:prstGeom prst="rect">
            <a:avLst/>
          </a:prstGeom>
          <a:solidFill>
            <a:schemeClr val="accent4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Gene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71DCD55-5E3E-6C17-0AD2-F41C9D6D72C3}"/>
              </a:ext>
            </a:extLst>
          </p:cNvPr>
          <p:cNvCxnSpPr/>
          <p:nvPr/>
        </p:nvCxnSpPr>
        <p:spPr>
          <a:xfrm>
            <a:off x="9121623" y="3436052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6FEA10-894B-B4E6-0310-D4C8983FCAD4}"/>
              </a:ext>
            </a:extLst>
          </p:cNvPr>
          <p:cNvCxnSpPr/>
          <p:nvPr/>
        </p:nvCxnSpPr>
        <p:spPr>
          <a:xfrm>
            <a:off x="9346910" y="3545614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772F45A-BE1C-26E7-CA39-B25FD3E6BADE}"/>
              </a:ext>
            </a:extLst>
          </p:cNvPr>
          <p:cNvCxnSpPr/>
          <p:nvPr/>
        </p:nvCxnSpPr>
        <p:spPr>
          <a:xfrm>
            <a:off x="9572197" y="3649799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B23D87D-0344-3C22-8E07-24E064F6A718}"/>
              </a:ext>
            </a:extLst>
          </p:cNvPr>
          <p:cNvCxnSpPr/>
          <p:nvPr/>
        </p:nvCxnSpPr>
        <p:spPr>
          <a:xfrm>
            <a:off x="9797484" y="3752321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3469EA4-2255-FE03-3F2F-54BCC7E130F0}"/>
              </a:ext>
            </a:extLst>
          </p:cNvPr>
          <p:cNvSpPr txBox="1"/>
          <p:nvPr/>
        </p:nvSpPr>
        <p:spPr>
          <a:xfrm>
            <a:off x="3751352" y="2176295"/>
            <a:ext cx="1768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2000" b="1" dirty="0">
                <a:solidFill>
                  <a:schemeClr val="accent1"/>
                </a:solidFill>
              </a:rPr>
              <a:t>1. Library size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EC7CF5-2B76-09CF-DDEE-27A59FB80B8C}"/>
              </a:ext>
            </a:extLst>
          </p:cNvPr>
          <p:cNvSpPr txBox="1"/>
          <p:nvPr/>
        </p:nvSpPr>
        <p:spPr>
          <a:xfrm>
            <a:off x="7883914" y="2187731"/>
            <a:ext cx="1861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2000" b="1" dirty="0">
                <a:solidFill>
                  <a:schemeClr val="accent1"/>
                </a:solidFill>
              </a:rPr>
              <a:t>2. Gene length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7D03CC-DB19-18D0-3FB5-9987A88119DA}"/>
              </a:ext>
            </a:extLst>
          </p:cNvPr>
          <p:cNvSpPr txBox="1"/>
          <p:nvPr/>
        </p:nvSpPr>
        <p:spPr>
          <a:xfrm>
            <a:off x="6763342" y="2559122"/>
            <a:ext cx="5055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Two genes of different length within same sample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0B4D4DC-D659-85F8-0464-4EAAB24C1D3B}"/>
              </a:ext>
            </a:extLst>
          </p:cNvPr>
          <p:cNvCxnSpPr/>
          <p:nvPr/>
        </p:nvCxnSpPr>
        <p:spPr>
          <a:xfrm>
            <a:off x="10065026" y="3860389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DA48AB-CB9A-E085-EB99-AF4DF9AFE9E2}"/>
              </a:ext>
            </a:extLst>
          </p:cNvPr>
          <p:cNvCxnSpPr/>
          <p:nvPr/>
        </p:nvCxnSpPr>
        <p:spPr>
          <a:xfrm>
            <a:off x="10290313" y="3954600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EDE58C5-927B-040A-6843-DED96FB5D9D7}"/>
              </a:ext>
            </a:extLst>
          </p:cNvPr>
          <p:cNvCxnSpPr/>
          <p:nvPr/>
        </p:nvCxnSpPr>
        <p:spPr>
          <a:xfrm>
            <a:off x="10629351" y="4046040"/>
            <a:ext cx="450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052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B043E-B535-C6DB-E8EB-F0AD93A7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1416-4B73-50B1-6C6B-CD785AEF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225"/>
            <a:ext cx="10515600" cy="1325563"/>
          </a:xfrm>
        </p:spPr>
        <p:txBody>
          <a:bodyPr/>
          <a:lstStyle/>
          <a:p>
            <a:r>
              <a:rPr lang="en-DK" dirty="0"/>
              <a:t>Normalization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07B7B-95DF-E412-99E9-FC8B42DD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34</a:t>
            </a:fld>
            <a:endParaRPr lang="en-D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F072FB-55FA-A3FC-504C-78C20888C586}"/>
              </a:ext>
            </a:extLst>
          </p:cNvPr>
          <p:cNvSpPr txBox="1"/>
          <p:nvPr/>
        </p:nvSpPr>
        <p:spPr>
          <a:xfrm>
            <a:off x="46107" y="6580493"/>
            <a:ext cx="5221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hlinkClick r:id="rId2"/>
              </a:rPr>
              <a:t>https://hbctraining.github.io/DGE_workshop/lessons/02_DGE_count_normalization.html</a:t>
            </a:r>
            <a:r>
              <a:rPr lang="en-GB" sz="1000" dirty="0"/>
              <a:t> </a:t>
            </a:r>
            <a:endParaRPr lang="en-DK" sz="1000" b="1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F08440-96BA-A8F4-6C40-DA246F7F961C}"/>
              </a:ext>
            </a:extLst>
          </p:cNvPr>
          <p:cNvSpPr txBox="1"/>
          <p:nvPr/>
        </p:nvSpPr>
        <p:spPr>
          <a:xfrm>
            <a:off x="8411401" y="6477163"/>
            <a:ext cx="26043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200" dirty="0">
                <a:hlinkClick r:id="rId3"/>
              </a:rPr>
              <a:t>https://doi.org/10.1093/bib/bbx008</a:t>
            </a:r>
            <a:r>
              <a:rPr lang="en-DK" sz="12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B1DCB0-FA50-2C72-F51C-1B8E6FCEE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742" y="242337"/>
            <a:ext cx="4829053" cy="514116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56B8C6A-59D2-62DA-1FAF-11D50AD07DA1}"/>
              </a:ext>
            </a:extLst>
          </p:cNvPr>
          <p:cNvSpPr txBox="1"/>
          <p:nvPr/>
        </p:nvSpPr>
        <p:spPr>
          <a:xfrm>
            <a:off x="5908431" y="5519694"/>
            <a:ext cx="6107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Many reads  for a single highly expressed gene can make genes expressed at lower levels appear to be even lower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This doesn’t reflect the ground truth (see figure 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C82B6-26CB-8FC2-1666-56562D7F94F9}"/>
              </a:ext>
            </a:extLst>
          </p:cNvPr>
          <p:cNvSpPr txBox="1"/>
          <p:nvPr/>
        </p:nvSpPr>
        <p:spPr>
          <a:xfrm>
            <a:off x="7678456" y="689006"/>
            <a:ext cx="12326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400" b="1" dirty="0"/>
              <a:t>Ground truth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AEDDCB-7AD2-0FAD-2C3F-E634B7E70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36" y="1865962"/>
            <a:ext cx="4473080" cy="452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425BE6-7B12-FF1F-96BB-CC20D1C4E89B}"/>
              </a:ext>
            </a:extLst>
          </p:cNvPr>
          <p:cNvSpPr txBox="1"/>
          <p:nvPr/>
        </p:nvSpPr>
        <p:spPr>
          <a:xfrm>
            <a:off x="175936" y="1107510"/>
            <a:ext cx="5060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Read counts per gene depend on (among others):</a:t>
            </a:r>
          </a:p>
          <a:p>
            <a:r>
              <a:rPr lang="en-DK" b="1" dirty="0">
                <a:solidFill>
                  <a:schemeClr val="accent1"/>
                </a:solidFill>
              </a:rPr>
              <a:t>3. RNA composition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B8D0E-357C-06A7-C9FF-DACE646ADDE2}"/>
              </a:ext>
            </a:extLst>
          </p:cNvPr>
          <p:cNvSpPr/>
          <p:nvPr/>
        </p:nvSpPr>
        <p:spPr>
          <a:xfrm>
            <a:off x="7016753" y="721662"/>
            <a:ext cx="2297063" cy="145437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029BAD-E072-2B78-395A-B859FE8DC464}"/>
              </a:ext>
            </a:extLst>
          </p:cNvPr>
          <p:cNvSpPr/>
          <p:nvPr/>
        </p:nvSpPr>
        <p:spPr>
          <a:xfrm>
            <a:off x="8565065" y="3673846"/>
            <a:ext cx="3195730" cy="17085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24886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BF043-21D8-C04A-CC89-3CF1FA63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CB1F-B533-F0B5-5A00-891F1813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" y="-6350"/>
            <a:ext cx="10515600" cy="1325563"/>
          </a:xfrm>
        </p:spPr>
        <p:txBody>
          <a:bodyPr/>
          <a:lstStyle/>
          <a:p>
            <a:r>
              <a:rPr lang="en-DK" dirty="0"/>
              <a:t>Normalization methods – selection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486F2-098A-63CA-5491-9725A49E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35</a:t>
            </a:fld>
            <a:endParaRPr lang="en-DK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8178D9-C14A-33F6-624E-98DCC71B7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041225"/>
              </p:ext>
            </p:extLst>
          </p:nvPr>
        </p:nvGraphicFramePr>
        <p:xfrm>
          <a:off x="169251" y="1040113"/>
          <a:ext cx="11853497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027">
                  <a:extLst>
                    <a:ext uri="{9D8B030D-6E8A-4147-A177-3AD203B41FA5}">
                      <a16:colId xmlns:a16="http://schemas.microsoft.com/office/drawing/2014/main" val="40629816"/>
                    </a:ext>
                  </a:extLst>
                </a:gridCol>
                <a:gridCol w="1557769">
                  <a:extLst>
                    <a:ext uri="{9D8B030D-6E8A-4147-A177-3AD203B41FA5}">
                      <a16:colId xmlns:a16="http://schemas.microsoft.com/office/drawing/2014/main" val="2487629810"/>
                    </a:ext>
                  </a:extLst>
                </a:gridCol>
                <a:gridCol w="1330042">
                  <a:extLst>
                    <a:ext uri="{9D8B030D-6E8A-4147-A177-3AD203B41FA5}">
                      <a16:colId xmlns:a16="http://schemas.microsoft.com/office/drawing/2014/main" val="952298144"/>
                    </a:ext>
                  </a:extLst>
                </a:gridCol>
                <a:gridCol w="1300424">
                  <a:extLst>
                    <a:ext uri="{9D8B030D-6E8A-4147-A177-3AD203B41FA5}">
                      <a16:colId xmlns:a16="http://schemas.microsoft.com/office/drawing/2014/main" val="3190311026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1147303232"/>
                    </a:ext>
                  </a:extLst>
                </a:gridCol>
                <a:gridCol w="2333344">
                  <a:extLst>
                    <a:ext uri="{9D8B030D-6E8A-4147-A177-3AD203B41FA5}">
                      <a16:colId xmlns:a16="http://schemas.microsoft.com/office/drawing/2014/main" val="1565757683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373327915"/>
                    </a:ext>
                  </a:extLst>
                </a:gridCol>
                <a:gridCol w="707048">
                  <a:extLst>
                    <a:ext uri="{9D8B030D-6E8A-4147-A177-3AD203B41FA5}">
                      <a16:colId xmlns:a16="http://schemas.microsoft.com/office/drawing/2014/main" val="37810946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K" sz="16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>
                          <a:solidFill>
                            <a:schemeClr val="bg1"/>
                          </a:solidFill>
                        </a:rPr>
                        <a:t>Library size normalized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Gene length normalized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RNA composition normalized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Useful for</a:t>
                      </a:r>
                      <a:r>
                        <a:rPr lang="en-DK" sz="16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DK" sz="1600" dirty="0"/>
                        <a:t>comparisons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Refs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863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CPM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Counts per million</a:t>
                      </a:r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 mapped </a:t>
                      </a:r>
                      <a:r>
                        <a:rPr lang="en-DK" sz="1600" dirty="0"/>
                        <a:t>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600" dirty="0"/>
                        <a:t>yes</a:t>
                      </a:r>
                      <a:endParaRPr lang="en-D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nter-sample of same sample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58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RPKM/FPKM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Reads/fragments per kilobase per million mapped reads</a:t>
                      </a:r>
                      <a:endParaRPr lang="en-D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600" dirty="0"/>
                        <a:t>yes</a:t>
                      </a:r>
                      <a:endParaRPr lang="en-D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ntra-sample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ot so much in use anymore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K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63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TPM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Transcripts per million</a:t>
                      </a:r>
                      <a:endParaRPr lang="en-DK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600" dirty="0"/>
                        <a:t>yes</a:t>
                      </a:r>
                      <a:endParaRPr lang="en-DK" sz="1600" dirty="0"/>
                    </a:p>
                    <a:p>
                      <a:endParaRPr lang="en-D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I</a:t>
                      </a:r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ntra-sample; inter-sample of same sample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Sum of gene TPM values is the same across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hlinkClick r:id="rId3"/>
                        </a:rPr>
                        <a:t>Link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DK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9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 dirty="0"/>
                        <a:t>TMM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Trimmed mean of M values</a:t>
                      </a:r>
                      <a:endParaRPr lang="en-D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Inter-sample and quantitative DE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Used in </a:t>
                      </a:r>
                      <a:r>
                        <a:rPr lang="en-GB" sz="1600" dirty="0" err="1"/>
                        <a:t>edgeR</a:t>
                      </a:r>
                      <a:r>
                        <a:rPr lang="en-GB" sz="1600" dirty="0"/>
                        <a:t> package</a:t>
                      </a:r>
                      <a:endParaRPr lang="en-D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Link</a:t>
                      </a: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DK" sz="1600" dirty="0"/>
                    </a:p>
                    <a:p>
                      <a:endParaRPr lang="en-D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779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 b="0" dirty="0"/>
                        <a:t>DEseqCounts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Median of the ratios</a:t>
                      </a:r>
                      <a:endParaRPr lang="en-D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Inter-sample and quantitative DE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Used in DESeq2 package</a:t>
                      </a:r>
                      <a:endParaRPr lang="en-DK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Link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D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6336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2B9384A-7CD1-8F87-E209-9993F62D33F2}"/>
              </a:ext>
            </a:extLst>
          </p:cNvPr>
          <p:cNvSpPr txBox="1"/>
          <p:nvPr/>
        </p:nvSpPr>
        <p:spPr>
          <a:xfrm>
            <a:off x="10949473" y="6083498"/>
            <a:ext cx="1242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linkClick r:id="rId6"/>
              </a:rPr>
              <a:t>Source link</a:t>
            </a:r>
            <a:r>
              <a:rPr lang="en-DK" sz="1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A696F-B7EC-A248-5AC7-DF780EC165F6}"/>
              </a:ext>
            </a:extLst>
          </p:cNvPr>
          <p:cNvSpPr txBox="1"/>
          <p:nvPr/>
        </p:nvSpPr>
        <p:spPr>
          <a:xfrm>
            <a:off x="1254170" y="6136700"/>
            <a:ext cx="8728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sz="1600" dirty="0"/>
              <a:t>Choice of a normalization method can depend on several factors, e.g. the downstream analyis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sz="1600" dirty="0"/>
              <a:t>DESeq2 is one of the standards for quantitative estimation of differential gene expression</a:t>
            </a:r>
          </a:p>
        </p:txBody>
      </p:sp>
    </p:spTree>
    <p:extLst>
      <p:ext uri="{BB962C8B-B14F-4D97-AF65-F5344CB8AC3E}">
        <p14:creationId xmlns:p14="http://schemas.microsoft.com/office/powerpoint/2010/main" val="3664954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54C1-B7E8-B5D6-7264-8141E75C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741426" cy="1325563"/>
          </a:xfrm>
        </p:spPr>
        <p:txBody>
          <a:bodyPr/>
          <a:lstStyle/>
          <a:p>
            <a:r>
              <a:rPr lang="en-DK" dirty="0"/>
              <a:t>Differential gene expression analysis with DESeq2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3382C-F54C-F447-14FF-B76685C61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43" y="1408085"/>
            <a:ext cx="11128513" cy="4883998"/>
          </a:xfrm>
        </p:spPr>
        <p:txBody>
          <a:bodyPr>
            <a:noAutofit/>
          </a:bodyPr>
          <a:lstStyle/>
          <a:p>
            <a:r>
              <a:rPr lang="en-DK" sz="2000" dirty="0"/>
              <a:t>Main goal of differential gene expression analysis is to determine genes that are significantly differentially expressed between experimental conditions</a:t>
            </a:r>
          </a:p>
          <a:p>
            <a:pPr lvl="1"/>
            <a:r>
              <a:rPr lang="en-DK" sz="1800" dirty="0"/>
              <a:t>Effect size: calculation of </a:t>
            </a:r>
            <a:r>
              <a:rPr lang="en-DK" sz="1800" b="1" dirty="0"/>
              <a:t>fold-change</a:t>
            </a:r>
            <a:r>
              <a:rPr lang="en-DK" sz="1800" dirty="0"/>
              <a:t> or </a:t>
            </a:r>
            <a:r>
              <a:rPr lang="en-DK" sz="1800" b="1" dirty="0"/>
              <a:t>log2-fold-change (LFC)</a:t>
            </a:r>
          </a:p>
          <a:p>
            <a:pPr lvl="1"/>
            <a:r>
              <a:rPr lang="en-DK" sz="1800" dirty="0"/>
              <a:t>Statistical inference: calculation of </a:t>
            </a:r>
            <a:r>
              <a:rPr lang="en-DK" sz="1800" b="1" dirty="0"/>
              <a:t>p-values adjusted for multiple testing</a:t>
            </a:r>
          </a:p>
          <a:p>
            <a:r>
              <a:rPr lang="en-DK" sz="2000" dirty="0"/>
              <a:t>DESeq2 and its p</a:t>
            </a:r>
            <a:r>
              <a:rPr lang="en-GB" sz="2000" dirty="0" err="1"/>
              <a:t>redecessor</a:t>
            </a:r>
            <a:r>
              <a:rPr lang="en-GB" sz="2000" dirty="0"/>
              <a:t> </a:t>
            </a:r>
            <a:r>
              <a:rPr lang="en-DK" sz="2000" dirty="0"/>
              <a:t>DESeq are R libraries specifically designed for the statistical analysis of </a:t>
            </a:r>
            <a:r>
              <a:rPr lang="en-DK" sz="2000" u="sng" dirty="0"/>
              <a:t>bulk</a:t>
            </a:r>
            <a:r>
              <a:rPr lang="en-DK" sz="2000" dirty="0"/>
              <a:t> RNAseq count data</a:t>
            </a:r>
          </a:p>
          <a:p>
            <a:pPr lvl="1"/>
            <a:r>
              <a:rPr lang="en-DK" sz="1800" b="1" dirty="0">
                <a:solidFill>
                  <a:srgbClr val="C00000"/>
                </a:solidFill>
              </a:rPr>
              <a:t>Important: </a:t>
            </a:r>
            <a:r>
              <a:rPr lang="en-DK" sz="1800" dirty="0">
                <a:solidFill>
                  <a:srgbClr val="C00000"/>
                </a:solidFill>
              </a:rPr>
              <a:t>never use normalized reads as input to DESeq2!!! </a:t>
            </a:r>
          </a:p>
          <a:p>
            <a:pPr lvl="1"/>
            <a:r>
              <a:rPr lang="en-DK" sz="1800" dirty="0"/>
              <a:t>DESeq2 </a:t>
            </a:r>
            <a:r>
              <a:rPr lang="en-DK" sz="1800" u="sng" dirty="0"/>
              <a:t>accepts only raw read counts </a:t>
            </a:r>
            <a:r>
              <a:rPr lang="en-DK" sz="1800" dirty="0"/>
              <a:t>and uses the on the previous slide decribed internal count normalization!!!</a:t>
            </a:r>
          </a:p>
          <a:p>
            <a:r>
              <a:rPr lang="en-DK" sz="2000" dirty="0"/>
              <a:t>Statistical model of DESeq2</a:t>
            </a:r>
          </a:p>
          <a:p>
            <a:pPr lvl="1"/>
            <a:r>
              <a:rPr lang="en-DK" sz="1800" dirty="0"/>
              <a:t>RNAseq data distribution</a:t>
            </a:r>
          </a:p>
          <a:p>
            <a:pPr lvl="1"/>
            <a:r>
              <a:rPr lang="en-DK" sz="1800" dirty="0"/>
              <a:t>Normalization (DESeqCounts)</a:t>
            </a:r>
          </a:p>
          <a:p>
            <a:r>
              <a:rPr lang="en-DK" sz="2000" dirty="0"/>
              <a:t>Hands-on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B4A81-FA88-4543-9020-635C3BCA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36</a:t>
            </a:fld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828249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E4D5-59A9-38F0-2C1B-B6EE8A5D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6D21-7716-F9A0-BCF9-88357858B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11742821" cy="1325563"/>
          </a:xfrm>
        </p:spPr>
        <p:txBody>
          <a:bodyPr/>
          <a:lstStyle/>
          <a:p>
            <a:r>
              <a:rPr lang="en-DK" dirty="0"/>
              <a:t>Differential gene expression analysis – data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F4654-9509-4936-FB21-58FF12BB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37</a:t>
            </a:fld>
            <a:endParaRPr lang="en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F47EC7-8511-A5B2-AC5E-46866D4B36ED}"/>
              </a:ext>
            </a:extLst>
          </p:cNvPr>
          <p:cNvSpPr txBox="1"/>
          <p:nvPr/>
        </p:nvSpPr>
        <p:spPr>
          <a:xfrm>
            <a:off x="7212143" y="4905393"/>
            <a:ext cx="41897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Further reading: </a:t>
            </a:r>
            <a:r>
              <a:rPr lang="en-GB" sz="16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DESeq</a:t>
            </a:r>
            <a:r>
              <a:rPr lang="en-GB" sz="16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and DESeq2 papers</a:t>
            </a:r>
          </a:p>
          <a:p>
            <a:r>
              <a:rPr lang="en-GB" sz="1600" b="0" i="0" u="none" strike="noStrike" dirty="0">
                <a:solidFill>
                  <a:srgbClr val="333333"/>
                </a:solidFill>
                <a:effectLst/>
                <a:latin typeface="-apple-system"/>
                <a:hlinkClick r:id="rId3"/>
              </a:rPr>
              <a:t>https://doi.org/10.1186/gb-2010-11-10-r106</a:t>
            </a:r>
            <a:r>
              <a:rPr lang="en-GB" sz="16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</a:p>
          <a:p>
            <a:r>
              <a:rPr lang="en-GB" sz="1600" b="0" i="0" u="none" strike="noStrike" dirty="0">
                <a:solidFill>
                  <a:srgbClr val="333333"/>
                </a:solidFill>
                <a:effectLst/>
                <a:latin typeface="-apple-system"/>
                <a:hlinkClick r:id="rId4"/>
              </a:rPr>
              <a:t>https://doi.org/10.1186/s13059-014-0550-8</a:t>
            </a:r>
            <a:endParaRPr lang="en-GB" sz="1600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51679-48B9-470B-FC0F-C362625E093A}"/>
              </a:ext>
            </a:extLst>
          </p:cNvPr>
          <p:cNvSpPr txBox="1"/>
          <p:nvPr/>
        </p:nvSpPr>
        <p:spPr>
          <a:xfrm>
            <a:off x="45454" y="1359409"/>
            <a:ext cx="119893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RNAseq</a:t>
            </a:r>
            <a:r>
              <a:rPr lang="da-DK" dirty="0"/>
              <a:t> </a:t>
            </a:r>
            <a:r>
              <a:rPr lang="da-DK" dirty="0" err="1"/>
              <a:t>read</a:t>
            </a:r>
            <a:r>
              <a:rPr lang="da-DK" dirty="0"/>
              <a:t> </a:t>
            </a:r>
            <a:r>
              <a:rPr lang="da-DK" dirty="0" err="1"/>
              <a:t>counts</a:t>
            </a:r>
            <a:r>
              <a:rPr lang="da-DK" dirty="0"/>
              <a:t> have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modelled</a:t>
            </a:r>
            <a:r>
              <a:rPr lang="da-DK" dirty="0"/>
              <a:t> by a </a:t>
            </a:r>
            <a:r>
              <a:rPr lang="da-DK" dirty="0" err="1"/>
              <a:t>discrete</a:t>
            </a:r>
            <a:r>
              <a:rPr lang="da-DK" dirty="0"/>
              <a:t> </a:t>
            </a:r>
            <a:r>
              <a:rPr lang="da-DK" dirty="0" err="1"/>
              <a:t>probability</a:t>
            </a:r>
            <a:r>
              <a:rPr lang="da-DK" dirty="0"/>
              <a:t>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Initially</a:t>
            </a:r>
            <a:r>
              <a:rPr lang="da-DK" dirty="0"/>
              <a:t>, </a:t>
            </a:r>
            <a:r>
              <a:rPr lang="da-DK" dirty="0" err="1"/>
              <a:t>Poisson</a:t>
            </a:r>
            <a:r>
              <a:rPr lang="da-DK" dirty="0"/>
              <a:t> distribution (</a:t>
            </a:r>
            <a:r>
              <a:rPr lang="da-DK" dirty="0" err="1"/>
              <a:t>mean</a:t>
            </a:r>
            <a:r>
              <a:rPr lang="da-DK" dirty="0"/>
              <a:t>=</a:t>
            </a:r>
            <a:r>
              <a:rPr lang="da-DK" dirty="0" err="1"/>
              <a:t>variance</a:t>
            </a:r>
            <a:r>
              <a:rPr lang="da-DK" dirty="0"/>
              <a:t>)</a:t>
            </a:r>
            <a:r>
              <a:rPr lang="en-DK" dirty="0"/>
              <a:t>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used</a:t>
            </a:r>
            <a:r>
              <a:rPr lang="da-DK" dirty="0"/>
              <a:t>, but </a:t>
            </a:r>
            <a:r>
              <a:rPr lang="da-DK" dirty="0" err="1"/>
              <a:t>this</a:t>
            </a:r>
            <a:r>
              <a:rPr lang="da-DK" dirty="0"/>
              <a:t> did not </a:t>
            </a:r>
            <a:r>
              <a:rPr lang="da-DK" dirty="0" err="1"/>
              <a:t>account</a:t>
            </a:r>
            <a:r>
              <a:rPr lang="da-DK" dirty="0"/>
              <a:t> for the </a:t>
            </a:r>
            <a:r>
              <a:rPr lang="da-DK" dirty="0" err="1"/>
              <a:t>observed</a:t>
            </a:r>
            <a:r>
              <a:rPr lang="da-DK" dirty="0"/>
              <a:t> overdispersion </a:t>
            </a:r>
            <a:r>
              <a:rPr lang="da-DK" dirty="0" err="1"/>
              <a:t>between</a:t>
            </a:r>
            <a:r>
              <a:rPr lang="da-DK" dirty="0"/>
              <a:t> </a:t>
            </a:r>
            <a:r>
              <a:rPr lang="da-DK" dirty="0" err="1"/>
              <a:t>biological</a:t>
            </a:r>
            <a:r>
              <a:rPr lang="da-DK" dirty="0"/>
              <a:t> </a:t>
            </a:r>
            <a:r>
              <a:rPr lang="da-DK" dirty="0" err="1"/>
              <a:t>replicates</a:t>
            </a:r>
            <a:r>
              <a:rPr lang="da-DK" dirty="0"/>
              <a:t> </a:t>
            </a:r>
            <a:r>
              <a:rPr lang="en-DK" dirty="0"/>
              <a:t>(counts from biological replicates have higher variance than the mean)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RNAseq data can be better modelled using the </a:t>
            </a:r>
            <a:r>
              <a:rPr lang="en-DK" b="1" dirty="0"/>
              <a:t>negative binomial distribution (NB); </a:t>
            </a:r>
            <a:r>
              <a:rPr lang="en-DK" dirty="0"/>
              <a:t>R packages DESeq2 and edgeR use NB distribution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Information of data distribution is important for statistical inference from a limited number of experimental replicates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8B6A23-E89C-DEF5-CB78-C9A74BB5958E}"/>
              </a:ext>
            </a:extLst>
          </p:cNvPr>
          <p:cNvSpPr txBox="1"/>
          <p:nvPr/>
        </p:nvSpPr>
        <p:spPr>
          <a:xfrm>
            <a:off x="5753604" y="3384572"/>
            <a:ext cx="2823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Negative binomial (DESeq)</a:t>
            </a:r>
          </a:p>
          <a:p>
            <a:r>
              <a:rPr lang="da-DK" dirty="0"/>
              <a:t>Negative binomial (</a:t>
            </a:r>
            <a:r>
              <a:rPr lang="en-DK" dirty="0"/>
              <a:t>edgeR)</a:t>
            </a:r>
          </a:p>
          <a:p>
            <a:r>
              <a:rPr lang="en-DK" dirty="0"/>
              <a:t>Poisson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0E8BD6-C528-1CAA-2B10-B6DDAA3A1A9C}"/>
              </a:ext>
            </a:extLst>
          </p:cNvPr>
          <p:cNvCxnSpPr>
            <a:cxnSpLocks/>
          </p:cNvCxnSpPr>
          <p:nvPr/>
        </p:nvCxnSpPr>
        <p:spPr>
          <a:xfrm>
            <a:off x="4978904" y="3825302"/>
            <a:ext cx="774700" cy="0"/>
          </a:xfrm>
          <a:prstGeom prst="line">
            <a:avLst/>
          </a:prstGeom>
          <a:ln w="44450">
            <a:solidFill>
              <a:srgbClr val="FFC000"/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DB53DA-99F0-6E15-80A4-A12267356107}"/>
              </a:ext>
            </a:extLst>
          </p:cNvPr>
          <p:cNvCxnSpPr>
            <a:cxnSpLocks/>
          </p:cNvCxnSpPr>
          <p:nvPr/>
        </p:nvCxnSpPr>
        <p:spPr>
          <a:xfrm>
            <a:off x="4978904" y="3571302"/>
            <a:ext cx="774700" cy="0"/>
          </a:xfrm>
          <a:prstGeom prst="line">
            <a:avLst/>
          </a:prstGeom>
          <a:ln w="44450">
            <a:solidFill>
              <a:srgbClr val="FFC000"/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85583D-8A68-576D-BB7F-EFC3D016F3A8}"/>
              </a:ext>
            </a:extLst>
          </p:cNvPr>
          <p:cNvCxnSpPr>
            <a:cxnSpLocks/>
          </p:cNvCxnSpPr>
          <p:nvPr/>
        </p:nvCxnSpPr>
        <p:spPr>
          <a:xfrm>
            <a:off x="4978904" y="4104702"/>
            <a:ext cx="774700" cy="0"/>
          </a:xfrm>
          <a:prstGeom prst="line">
            <a:avLst/>
          </a:prstGeom>
          <a:ln w="44450">
            <a:solidFill>
              <a:srgbClr val="7030A0"/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28DE31-7281-C6EE-3B29-29ADE80E0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49" y="3237792"/>
            <a:ext cx="3882033" cy="3601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5C2378-26E4-B91C-063E-9DC71269F5B9}"/>
              </a:ext>
            </a:extLst>
          </p:cNvPr>
          <p:cNvSpPr txBox="1"/>
          <p:nvPr/>
        </p:nvSpPr>
        <p:spPr>
          <a:xfrm>
            <a:off x="3609399" y="6537817"/>
            <a:ext cx="30572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  <a:hlinkClick r:id="rId3"/>
              </a:rPr>
              <a:t>https://doi.org/10.1186/gb-2010-11-10-r106</a:t>
            </a:r>
            <a:r>
              <a:rPr lang="en-GB" sz="11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9003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C1A8-8274-C357-D571-8D073B7FB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68BA9-5226-5C19-6209-9FDE793AF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DK" dirty="0"/>
              <a:t>Differential gene expression analysis – details of the DESeq2 model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E4716-87E6-290D-A98D-20B46691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38</a:t>
            </a:fld>
            <a:endParaRPr lang="en-DK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552D12-D7EA-6B19-11E4-8C7B470BF91A}"/>
              </a:ext>
            </a:extLst>
          </p:cNvPr>
          <p:cNvSpPr txBox="1"/>
          <p:nvPr/>
        </p:nvSpPr>
        <p:spPr>
          <a:xfrm>
            <a:off x="107429" y="1361263"/>
            <a:ext cx="117584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Assumption</a:t>
            </a:r>
            <a:r>
              <a:rPr lang="da-DK" dirty="0"/>
              <a:t>: </a:t>
            </a:r>
            <a:r>
              <a:rPr lang="en-DK" dirty="0"/>
              <a:t>m</a:t>
            </a:r>
            <a:r>
              <a:rPr lang="en-DK" sz="1800" dirty="0"/>
              <a:t>ost genes are not differentially expressed</a:t>
            </a:r>
            <a:endParaRPr lang="en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Size factors </a:t>
            </a:r>
            <a:r>
              <a:rPr lang="en-DK" i="1" dirty="0"/>
              <a:t>s</a:t>
            </a:r>
            <a:r>
              <a:rPr lang="en-DK" i="1" baseline="-25000" dirty="0"/>
              <a:t>j</a:t>
            </a:r>
            <a:r>
              <a:rPr lang="en-DK" i="1" dirty="0"/>
              <a:t> </a:t>
            </a:r>
            <a:r>
              <a:rPr lang="en-DK" dirty="0"/>
              <a:t>are incorporated into the negative binomial model to allow normalization by library size and RNA 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</a:t>
            </a:r>
            <a:r>
              <a:rPr lang="en-DK" dirty="0"/>
              <a:t>og2-fold changes (LFC), e.g. change of genes between untreated and treated condition, are obtained from a generalized linear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8D3DAC-8F94-773F-001F-99CACB8817C8}"/>
              </a:ext>
            </a:extLst>
          </p:cNvPr>
          <p:cNvSpPr txBox="1"/>
          <p:nvPr/>
        </p:nvSpPr>
        <p:spPr>
          <a:xfrm>
            <a:off x="5572402" y="3674383"/>
            <a:ext cx="32415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𝐾</a:t>
            </a:r>
            <a:r>
              <a:rPr lang="en-GB" sz="2000" b="0" i="0" u="none" strike="noStrike" baseline="-2500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𝑖𝑗</a:t>
            </a:r>
            <a:r>
              <a:rPr lang="en-GB" sz="20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 ∼ NB(𝜇</a:t>
            </a:r>
            <a:r>
              <a:rPr lang="en-GB" sz="2000" b="0" i="0" u="none" strike="noStrike" baseline="-2500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𝑖𝑗</a:t>
            </a:r>
            <a:r>
              <a:rPr lang="en-GB" sz="20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,</a:t>
            </a:r>
            <a:r>
              <a:rPr lang="el-GR" sz="2000" b="0" i="0" u="none" strike="noStrike" dirty="0">
                <a:solidFill>
                  <a:srgbClr val="273239"/>
                </a:solidFill>
                <a:effectLst/>
                <a:latin typeface="Nunito" panose="020F0502020204030204" pitchFamily="34" charset="0"/>
              </a:rPr>
              <a:t> </a:t>
            </a:r>
            <a:r>
              <a:rPr lang="el-GR" sz="2000" b="0" i="1" u="none" strike="noStrike" dirty="0">
                <a:solidFill>
                  <a:srgbClr val="273239"/>
                </a:solidFill>
                <a:effectLst/>
                <a:latin typeface="Nunito" panose="020F0502020204030204" pitchFamily="34" charset="0"/>
              </a:rPr>
              <a:t>σ</a:t>
            </a:r>
            <a:r>
              <a:rPr lang="da-DK" sz="2000" i="1" baseline="-25000" dirty="0">
                <a:solidFill>
                  <a:srgbClr val="273239"/>
                </a:solidFill>
                <a:latin typeface="Nunito" panose="020F0502020204030204" pitchFamily="34" charset="0"/>
              </a:rPr>
              <a:t>i,j</a:t>
            </a:r>
            <a:r>
              <a:rPr lang="da-DK" sz="2000" i="1" baseline="30000" dirty="0">
                <a:solidFill>
                  <a:srgbClr val="273239"/>
                </a:solidFill>
                <a:latin typeface="Nunito" panose="020F0502020204030204" pitchFamily="34" charset="0"/>
              </a:rPr>
              <a:t>2</a:t>
            </a:r>
            <a:r>
              <a:rPr lang="en-GB" sz="20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)</a:t>
            </a:r>
            <a:endParaRPr lang="en-DK" sz="2000" b="0" i="0" u="none" strike="noStrike" dirty="0">
              <a:solidFill>
                <a:srgbClr val="333333"/>
              </a:solidFill>
              <a:effectLst/>
              <a:latin typeface="Aptos" panose="020B0004020202020204" pitchFamily="34" charset="0"/>
            </a:endParaRPr>
          </a:p>
          <a:p>
            <a:endParaRPr lang="en-DK" sz="2000" b="0" i="0" u="none" strike="noStrike" dirty="0">
              <a:solidFill>
                <a:srgbClr val="333333"/>
              </a:solidFill>
              <a:effectLst/>
              <a:latin typeface="Aptos" panose="020B0004020202020204" pitchFamily="34" charset="0"/>
            </a:endParaRPr>
          </a:p>
          <a:p>
            <a:r>
              <a:rPr lang="en-DK" sz="2000" b="1" dirty="0">
                <a:solidFill>
                  <a:srgbClr val="333333"/>
                </a:solidFill>
                <a:latin typeface="Aptos" panose="020B0004020202020204" pitchFamily="34" charset="0"/>
              </a:rPr>
              <a:t>Mean scaled by </a:t>
            </a:r>
            <a:r>
              <a:rPr lang="en-DK" sz="2000" b="1" dirty="0">
                <a:solidFill>
                  <a:schemeClr val="accent2"/>
                </a:solidFill>
                <a:latin typeface="Aptos" panose="020B0004020202020204" pitchFamily="34" charset="0"/>
              </a:rPr>
              <a:t>size factor</a:t>
            </a:r>
          </a:p>
          <a:p>
            <a:r>
              <a:rPr lang="en-DK" sz="2000" b="1" i="0" u="none" strike="noStrike" dirty="0">
                <a:effectLst/>
                <a:latin typeface="Aptos" panose="020B0004020202020204" pitchFamily="34" charset="0"/>
              </a:rPr>
              <a:t>(normalization)</a:t>
            </a:r>
          </a:p>
          <a:p>
            <a:r>
              <a:rPr lang="en-DK" sz="20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𝜇</a:t>
            </a:r>
            <a:r>
              <a:rPr lang="en-DK" sz="2000" b="0" i="0" u="none" strike="noStrike" baseline="-2500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𝑖𝑗</a:t>
            </a:r>
            <a:r>
              <a:rPr lang="en-DK" sz="20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 = </a:t>
            </a:r>
            <a:r>
              <a:rPr lang="en-DK" sz="2000" b="1" i="0" u="none" strike="noStrike" dirty="0">
                <a:solidFill>
                  <a:schemeClr val="accent2"/>
                </a:solidFill>
                <a:effectLst/>
                <a:latin typeface="Aptos" panose="020B0004020202020204" pitchFamily="34" charset="0"/>
              </a:rPr>
              <a:t>𝑠</a:t>
            </a:r>
            <a:r>
              <a:rPr lang="en-DK" sz="2000" b="1" i="1" baseline="-25000" dirty="0">
                <a:solidFill>
                  <a:schemeClr val="accent2"/>
                </a:solidFill>
                <a:latin typeface="Aptos" panose="020B0004020202020204" pitchFamily="34" charset="0"/>
              </a:rPr>
              <a:t>j</a:t>
            </a:r>
            <a:r>
              <a:rPr lang="en-DK" sz="20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𝑞</a:t>
            </a:r>
            <a:r>
              <a:rPr lang="en-DK" sz="2000" b="0" i="0" u="none" strike="noStrike" baseline="-2500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𝑖𝑗</a:t>
            </a:r>
            <a:br>
              <a:rPr lang="en-DK" sz="2000" dirty="0">
                <a:latin typeface="Aptos" panose="020B0004020202020204" pitchFamily="34" charset="0"/>
              </a:rPr>
            </a:br>
            <a:endParaRPr lang="en-DK" sz="2000" dirty="0">
              <a:latin typeface="Aptos" panose="020B0004020202020204" pitchFamily="34" charset="0"/>
            </a:endParaRPr>
          </a:p>
          <a:p>
            <a:r>
              <a:rPr lang="en-DK" sz="2000" b="1" dirty="0">
                <a:solidFill>
                  <a:schemeClr val="accent4"/>
                </a:solidFill>
                <a:latin typeface="Aptos" panose="020B0004020202020204" pitchFamily="34" charset="0"/>
              </a:rPr>
              <a:t>LFC</a:t>
            </a:r>
            <a:r>
              <a:rPr lang="en-DK" sz="2000" b="1" dirty="0">
                <a:solidFill>
                  <a:srgbClr val="333333"/>
                </a:solidFill>
                <a:latin typeface="Aptos" panose="020B0004020202020204" pitchFamily="34" charset="0"/>
              </a:rPr>
              <a:t> calculation using generalized linear model</a:t>
            </a:r>
            <a:endParaRPr lang="en-DK" sz="2000" b="1" i="0" u="none" strike="noStrike" dirty="0">
              <a:solidFill>
                <a:srgbClr val="333333"/>
              </a:solidFill>
              <a:effectLst/>
              <a:latin typeface="Aptos" panose="020B0004020202020204" pitchFamily="34" charset="0"/>
            </a:endParaRPr>
          </a:p>
          <a:p>
            <a:r>
              <a:rPr lang="en-GB" sz="20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log2(𝑞</a:t>
            </a:r>
            <a:r>
              <a:rPr lang="en-GB" sz="2000" b="0" i="0" u="none" strike="noStrike" baseline="-2500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𝑖𝑗</a:t>
            </a:r>
            <a:r>
              <a:rPr lang="en-GB" sz="20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) = 𝑥</a:t>
            </a:r>
            <a:r>
              <a:rPr lang="en-GB" sz="2000" b="0" i="0" u="none" strike="noStrike" baseline="-2500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𝑗</a:t>
            </a:r>
            <a:r>
              <a:rPr lang="en-GB" sz="20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.</a:t>
            </a:r>
            <a:r>
              <a:rPr lang="en-GB" sz="2000" b="1" i="0" u="none" strike="noStrike" dirty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𝛽</a:t>
            </a:r>
            <a:r>
              <a:rPr lang="en-GB" sz="2000" b="1" i="0" u="none" strike="noStrike" baseline="-25000" dirty="0">
                <a:solidFill>
                  <a:schemeClr val="accent4"/>
                </a:solidFill>
                <a:effectLst/>
                <a:latin typeface="Aptos" panose="020B0004020202020204" pitchFamily="34" charset="0"/>
              </a:rPr>
              <a:t>𝑖</a:t>
            </a:r>
            <a:endParaRPr lang="en-DK" sz="2000" b="1" baseline="-25000" dirty="0">
              <a:solidFill>
                <a:schemeClr val="accent4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F9534B-2756-0580-140B-7C6C7B657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55740"/>
              </p:ext>
            </p:extLst>
          </p:nvPr>
        </p:nvGraphicFramePr>
        <p:xfrm>
          <a:off x="107429" y="3549050"/>
          <a:ext cx="478574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2234">
                  <a:extLst>
                    <a:ext uri="{9D8B030D-6E8A-4147-A177-3AD203B41FA5}">
                      <a16:colId xmlns:a16="http://schemas.microsoft.com/office/drawing/2014/main" val="264034077"/>
                    </a:ext>
                  </a:extLst>
                </a:gridCol>
                <a:gridCol w="1002030">
                  <a:extLst>
                    <a:ext uri="{9D8B030D-6E8A-4147-A177-3AD203B41FA5}">
                      <a16:colId xmlns:a16="http://schemas.microsoft.com/office/drawing/2014/main" val="2719855489"/>
                    </a:ext>
                  </a:extLst>
                </a:gridCol>
                <a:gridCol w="1002030">
                  <a:extLst>
                    <a:ext uri="{9D8B030D-6E8A-4147-A177-3AD203B41FA5}">
                      <a16:colId xmlns:a16="http://schemas.microsoft.com/office/drawing/2014/main" val="2117070450"/>
                    </a:ext>
                  </a:extLst>
                </a:gridCol>
                <a:gridCol w="1009761">
                  <a:extLst>
                    <a:ext uri="{9D8B030D-6E8A-4147-A177-3AD203B41FA5}">
                      <a16:colId xmlns:a16="http://schemas.microsoft.com/office/drawing/2014/main" val="3623135498"/>
                    </a:ext>
                  </a:extLst>
                </a:gridCol>
                <a:gridCol w="919687">
                  <a:extLst>
                    <a:ext uri="{9D8B030D-6E8A-4147-A177-3AD203B41FA5}">
                      <a16:colId xmlns:a16="http://schemas.microsoft.com/office/drawing/2014/main" val="999451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K" sz="1400" b="1" dirty="0"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</a:t>
                      </a:r>
                      <a:r>
                        <a:rPr lang="en-DK" sz="1400" b="1" dirty="0"/>
                        <a:t>ample_1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</a:t>
                      </a:r>
                      <a:r>
                        <a:rPr lang="en-DK" sz="1400" b="1" dirty="0"/>
                        <a:t>ample_2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</a:t>
                      </a:r>
                      <a:r>
                        <a:rPr lang="en-DK" sz="1400" b="1" dirty="0"/>
                        <a:t>ample…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</a:t>
                      </a:r>
                      <a:r>
                        <a:rPr lang="en-DK" sz="1400" b="1" dirty="0"/>
                        <a:t>ample_j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34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g</a:t>
                      </a:r>
                      <a:r>
                        <a:rPr lang="en-DK" sz="1400" b="1" dirty="0"/>
                        <a:t>ene_a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43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400" b="1" dirty="0"/>
                        <a:t>gene_b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44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400" b="1" dirty="0"/>
                        <a:t>gene_c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15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g</a:t>
                      </a:r>
                      <a:r>
                        <a:rPr lang="en-DK" sz="1400" b="1" dirty="0"/>
                        <a:t>ene_...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46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g</a:t>
                      </a:r>
                      <a:r>
                        <a:rPr lang="en-DK" sz="1400" b="1" dirty="0"/>
                        <a:t>ene_i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8186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A6418A-423B-0800-4B35-26912D00456F}"/>
              </a:ext>
            </a:extLst>
          </p:cNvPr>
          <p:cNvSpPr txBox="1"/>
          <p:nvPr/>
        </p:nvSpPr>
        <p:spPr>
          <a:xfrm>
            <a:off x="155171" y="2994582"/>
            <a:ext cx="4457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>
                <a:solidFill>
                  <a:schemeClr val="accent1"/>
                </a:solidFill>
              </a:rPr>
              <a:t>Count matrix </a:t>
            </a:r>
            <a:r>
              <a:rPr lang="en-DK" b="1" i="1" dirty="0">
                <a:solidFill>
                  <a:schemeClr val="accent1"/>
                </a:solidFill>
              </a:rPr>
              <a:t>K</a:t>
            </a:r>
            <a:r>
              <a:rPr lang="en-DK" b="1" dirty="0">
                <a:solidFill>
                  <a:schemeClr val="accent1"/>
                </a:solidFill>
              </a:rPr>
              <a:t> with </a:t>
            </a:r>
            <a:r>
              <a:rPr lang="en-DK" b="1" i="1" dirty="0">
                <a:solidFill>
                  <a:schemeClr val="accent1"/>
                </a:solidFill>
              </a:rPr>
              <a:t>K</a:t>
            </a:r>
            <a:r>
              <a:rPr lang="en-DK" b="1" i="1" baseline="-25000" dirty="0">
                <a:solidFill>
                  <a:schemeClr val="accent1"/>
                </a:solidFill>
              </a:rPr>
              <a:t>i,j</a:t>
            </a:r>
            <a:r>
              <a:rPr lang="en-DK" b="1" i="1" dirty="0">
                <a:solidFill>
                  <a:schemeClr val="accent1"/>
                </a:solidFill>
              </a:rPr>
              <a:t> </a:t>
            </a:r>
            <a:r>
              <a:rPr lang="en-DK" b="1" dirty="0">
                <a:solidFill>
                  <a:schemeClr val="accent1"/>
                </a:solidFill>
              </a:rPr>
              <a:t>sequencing reads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6045F4-EDEF-6EBE-8EB5-EA905123FA38}"/>
              </a:ext>
            </a:extLst>
          </p:cNvPr>
          <p:cNvSpPr txBox="1"/>
          <p:nvPr/>
        </p:nvSpPr>
        <p:spPr>
          <a:xfrm>
            <a:off x="5591096" y="2996795"/>
            <a:ext cx="6445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  <a:latin typeface="Aptos" panose="020B0004020202020204" pitchFamily="34" charset="0"/>
              </a:rPr>
              <a:t>C</a:t>
            </a:r>
            <a:r>
              <a:rPr lang="en-GB" b="1" i="0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ounts </a:t>
            </a:r>
            <a:r>
              <a:rPr lang="en-GB" b="1" i="0" u="none" strike="noStrike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𝐾</a:t>
            </a:r>
            <a:r>
              <a:rPr lang="en-GB" b="1" i="0" u="none" strike="noStrike" baseline="-25000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𝑖𝑗</a:t>
            </a:r>
            <a:r>
              <a:rPr lang="en-GB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GB" b="1" i="0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for gene </a:t>
            </a:r>
            <a:r>
              <a:rPr lang="en-GB" b="1" i="1" dirty="0" err="1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i</a:t>
            </a:r>
            <a:r>
              <a:rPr lang="en-GB" b="1" i="0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, sample </a:t>
            </a:r>
            <a:r>
              <a:rPr lang="en-GB" b="1" i="1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j</a:t>
            </a:r>
            <a:r>
              <a:rPr lang="en-GB" b="1" i="0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 are modelled using a negative binomial distribution (NB)</a:t>
            </a:r>
            <a:endParaRPr lang="en-DK" b="1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CDD91-26AC-9FE0-BBFD-35AC9B819ACF}"/>
              </a:ext>
            </a:extLst>
          </p:cNvPr>
          <p:cNvSpPr txBox="1"/>
          <p:nvPr/>
        </p:nvSpPr>
        <p:spPr>
          <a:xfrm>
            <a:off x="8894172" y="3654717"/>
            <a:ext cx="3241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𝜇</a:t>
            </a:r>
            <a:r>
              <a:rPr lang="en-GB" sz="1600" b="0" i="0" u="none" strike="noStrike" baseline="-2500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𝑖𝑗</a:t>
            </a:r>
            <a:r>
              <a:rPr lang="en-GB" sz="16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: mean</a:t>
            </a:r>
          </a:p>
          <a:p>
            <a:r>
              <a:rPr lang="el-GR" sz="1600" b="0" i="1" u="none" strike="noStrike" dirty="0">
                <a:solidFill>
                  <a:srgbClr val="273239"/>
                </a:solidFill>
                <a:effectLst/>
                <a:latin typeface="Nunito" panose="020F0502020204030204" pitchFamily="34" charset="0"/>
              </a:rPr>
              <a:t>σ</a:t>
            </a:r>
            <a:r>
              <a:rPr lang="da-DK" sz="1600" i="1" baseline="-25000" dirty="0">
                <a:solidFill>
                  <a:srgbClr val="273239"/>
                </a:solidFill>
                <a:latin typeface="Nunito" panose="020F0502020204030204" pitchFamily="34" charset="0"/>
              </a:rPr>
              <a:t>i,j</a:t>
            </a:r>
            <a:r>
              <a:rPr lang="da-DK" sz="1600" i="1" baseline="30000" dirty="0">
                <a:solidFill>
                  <a:srgbClr val="273239"/>
                </a:solidFill>
                <a:latin typeface="Nunito" panose="020F0502020204030204" pitchFamily="34" charset="0"/>
              </a:rPr>
              <a:t>2</a:t>
            </a:r>
            <a:r>
              <a:rPr lang="en-GB" sz="1600" dirty="0">
                <a:solidFill>
                  <a:srgbClr val="333333"/>
                </a:solidFill>
                <a:latin typeface="Aptos" panose="020B0004020202020204" pitchFamily="34" charset="0"/>
              </a:rPr>
              <a:t>: variance</a:t>
            </a:r>
          </a:p>
          <a:p>
            <a:r>
              <a:rPr lang="en-DK" sz="16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𝑠</a:t>
            </a:r>
            <a:r>
              <a:rPr lang="en-DK" sz="1600" b="0" i="1" u="none" strike="noStrike" baseline="-2500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j</a:t>
            </a:r>
            <a:r>
              <a:rPr lang="en-GB" sz="1600" u="none" strike="noStrike" dirty="0">
                <a:solidFill>
                  <a:srgbClr val="333333"/>
                </a:solidFill>
                <a:latin typeface="Aptos" panose="020B0004020202020204" pitchFamily="34" charset="0"/>
              </a:rPr>
              <a:t>: sample-specific size factor</a:t>
            </a:r>
            <a:endParaRPr lang="en-GB" sz="1600" dirty="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GB" sz="1600" b="0" i="1" dirty="0" err="1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q</a:t>
            </a:r>
            <a:r>
              <a:rPr lang="en-GB" sz="1600" b="0" i="1" baseline="-25000" dirty="0" err="1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ij</a:t>
            </a:r>
            <a:r>
              <a:rPr lang="en-GB" sz="1600" b="0" i="0" baseline="-2500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en-GB" sz="1600" dirty="0">
                <a:solidFill>
                  <a:srgbClr val="333333"/>
                </a:solidFill>
                <a:latin typeface="Aptos" panose="020B0004020202020204" pitchFamily="34" charset="0"/>
              </a:rPr>
              <a:t>: </a:t>
            </a:r>
            <a:r>
              <a:rPr lang="en-GB" sz="1600" b="0" i="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quantity proportional to the concentration of cDNA fragments from the gene in the sample</a:t>
            </a:r>
          </a:p>
          <a:p>
            <a:r>
              <a:rPr lang="el-GR" sz="1600" b="0" i="0" u="none" strike="noStrike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𝛽</a:t>
            </a:r>
            <a:r>
              <a:rPr lang="el-GR" sz="1600" b="0" i="0" u="none" strike="noStrike" baseline="-2500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𝑖</a:t>
            </a:r>
            <a:r>
              <a:rPr lang="da-DK" sz="1600" dirty="0">
                <a:solidFill>
                  <a:srgbClr val="333333"/>
                </a:solidFill>
                <a:latin typeface="Aptos" panose="020B0004020202020204" pitchFamily="34" charset="0"/>
              </a:rPr>
              <a:t>:</a:t>
            </a:r>
            <a:r>
              <a:rPr lang="en-GB" sz="1600" b="0" i="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 log2 fold change for gene </a:t>
            </a:r>
            <a:r>
              <a:rPr lang="en-GB" sz="1600" b="0" i="1" dirty="0" err="1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i</a:t>
            </a:r>
            <a:r>
              <a:rPr lang="en-GB" sz="1600" b="0" i="0" dirty="0">
                <a:solidFill>
                  <a:srgbClr val="333333"/>
                </a:solidFill>
                <a:effectLst/>
                <a:latin typeface="Aptos" panose="020B0004020202020204" pitchFamily="34" charset="0"/>
              </a:rPr>
              <a:t> for each column of the </a:t>
            </a:r>
            <a:r>
              <a:rPr lang="en-GB" sz="1600" b="0" i="0" dirty="0">
                <a:effectLst/>
                <a:latin typeface="Aptos" panose="020B0004020202020204" pitchFamily="34" charset="0"/>
              </a:rPr>
              <a:t>model matrix </a:t>
            </a:r>
            <a:r>
              <a:rPr lang="en-GB" sz="1600" b="0" i="0" u="none" strike="noStrike" dirty="0">
                <a:effectLst/>
                <a:latin typeface="Aptos" panose="020B0004020202020204" pitchFamily="34" charset="0"/>
              </a:rPr>
              <a:t>𝑋</a:t>
            </a:r>
          </a:p>
          <a:p>
            <a:r>
              <a:rPr lang="en-GB" sz="1600" dirty="0">
                <a:latin typeface="Aptos" panose="020B0004020202020204" pitchFamily="34" charset="0"/>
              </a:rPr>
              <a:t>(e.g. treated or untreated sample)</a:t>
            </a:r>
            <a:endParaRPr lang="en-DK" sz="1600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305F7-C5F2-B894-E13C-45E21B36E535}"/>
              </a:ext>
            </a:extLst>
          </p:cNvPr>
          <p:cNvSpPr txBox="1"/>
          <p:nvPr/>
        </p:nvSpPr>
        <p:spPr>
          <a:xfrm>
            <a:off x="32146" y="6238830"/>
            <a:ext cx="564497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0" dirty="0">
                <a:solidFill>
                  <a:srgbClr val="333333"/>
                </a:solidFill>
                <a:effectLst/>
                <a:latin typeface="-apple-system"/>
                <a:hlinkClick r:id="rId3"/>
              </a:rPr>
              <a:t>https://doi.org/10.1186/s13059-014-0550-8</a:t>
            </a:r>
            <a:r>
              <a:rPr lang="en-GB" sz="1100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en-DK" sz="1100" dirty="0"/>
              <a:t> </a:t>
            </a:r>
          </a:p>
          <a:p>
            <a:r>
              <a:rPr lang="en-GB" sz="1100" b="0" i="0" dirty="0">
                <a:solidFill>
                  <a:srgbClr val="333333"/>
                </a:solidFill>
                <a:effectLst/>
                <a:latin typeface="-apple-system"/>
                <a:hlinkClick r:id="rId3"/>
              </a:rPr>
              <a:t>https://doi.org/10.1186/s13059-014-0550-8</a:t>
            </a:r>
            <a:endParaRPr lang="en-GB" sz="1100" b="0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en-DK" sz="1100" dirty="0">
                <a:hlinkClick r:id="rId4"/>
              </a:rPr>
              <a:t>https://bioconductor.org/packages/devel/bioc/vignettes/DESeq2/inst/doc/DESeq2.html</a:t>
            </a:r>
            <a:endParaRPr lang="en-DK" sz="11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938165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C3B1-80A4-93CB-4F99-909C4286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7254-17A2-1254-967F-E54EFFC5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DK" dirty="0"/>
              <a:t>DESeq2 normalization – DESeqCounts (with size factors)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9F06C-0272-22B2-F4C7-2198F9E6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39</a:t>
            </a:fld>
            <a:endParaRPr lang="en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3DBD6-9B04-5C46-73B1-E8815813E5FC}"/>
              </a:ext>
            </a:extLst>
          </p:cNvPr>
          <p:cNvSpPr txBox="1"/>
          <p:nvPr/>
        </p:nvSpPr>
        <p:spPr>
          <a:xfrm>
            <a:off x="137640" y="1264202"/>
            <a:ext cx="4575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1. Create a pseudo-reference sample (row-wise geometric mean)</a:t>
            </a:r>
            <a:endParaRPr lang="en-DK" b="1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B7BC71-2BC7-67A4-DD43-0FDCE8617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195"/>
          <a:stretch/>
        </p:blipFill>
        <p:spPr>
          <a:xfrm>
            <a:off x="212607" y="1922163"/>
            <a:ext cx="4967919" cy="12775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8B6F9B-7AB5-E495-5BB1-199C4A7AB917}"/>
              </a:ext>
            </a:extLst>
          </p:cNvPr>
          <p:cNvSpPr txBox="1"/>
          <p:nvPr/>
        </p:nvSpPr>
        <p:spPr>
          <a:xfrm>
            <a:off x="142462" y="3306355"/>
            <a:ext cx="6220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2. Calculate ratio of each sample to </a:t>
            </a:r>
            <a:r>
              <a:rPr lang="en-GB" b="1">
                <a:solidFill>
                  <a:schemeClr val="accent1"/>
                </a:solidFill>
              </a:rPr>
              <a:t>the pseudo-reference</a:t>
            </a:r>
            <a:endParaRPr lang="en-DK" b="1" dirty="0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625FE1-4886-9BB1-5F47-9AFFBB6E8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41" y="3693248"/>
            <a:ext cx="7142878" cy="16930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D1EAAC-EA3A-6F68-29E1-44F51D05C84C}"/>
              </a:ext>
            </a:extLst>
          </p:cNvPr>
          <p:cNvSpPr txBox="1"/>
          <p:nvPr/>
        </p:nvSpPr>
        <p:spPr>
          <a:xfrm>
            <a:off x="100897" y="5621727"/>
            <a:ext cx="6978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3. Calculate the normalization factor for each sample (size factor)</a:t>
            </a:r>
            <a:endParaRPr lang="en-DK" b="1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E14B3-13EF-CE7C-B449-B1D1A1248F6A}"/>
              </a:ext>
            </a:extLst>
          </p:cNvPr>
          <p:cNvSpPr txBox="1"/>
          <p:nvPr/>
        </p:nvSpPr>
        <p:spPr>
          <a:xfrm>
            <a:off x="204444" y="6015767"/>
            <a:ext cx="61247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dirty="0" err="1">
                <a:effectLst/>
                <a:latin typeface="Aptos" panose="020B0004020202020204" pitchFamily="34" charset="0"/>
              </a:rPr>
              <a:t>normalization_factor_sampleA</a:t>
            </a:r>
            <a:r>
              <a:rPr lang="en-GB" sz="1600" b="0" i="0" u="none" strike="noStrike" dirty="0">
                <a:effectLst/>
                <a:latin typeface="Aptos" panose="020B0004020202020204" pitchFamily="34" charset="0"/>
              </a:rPr>
              <a:t> &lt;- </a:t>
            </a:r>
            <a:r>
              <a:rPr lang="en-GB" sz="1600" b="1" i="0" u="none" strike="noStrike" dirty="0">
                <a:effectLst/>
                <a:latin typeface="Aptos" panose="020B0004020202020204" pitchFamily="34" charset="0"/>
              </a:rPr>
              <a:t>median</a:t>
            </a:r>
            <a:r>
              <a:rPr lang="en-GB" sz="1600" b="0" i="0" u="none" strike="noStrike" dirty="0">
                <a:effectLst/>
                <a:latin typeface="Aptos" panose="020B0004020202020204" pitchFamily="34" charset="0"/>
              </a:rPr>
              <a:t>(c(1.28, 1.30))</a:t>
            </a:r>
            <a:endParaRPr lang="en-DK" sz="1600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39E10E-871D-9E1A-2217-DF874B403803}"/>
              </a:ext>
            </a:extLst>
          </p:cNvPr>
          <p:cNvSpPr txBox="1"/>
          <p:nvPr/>
        </p:nvSpPr>
        <p:spPr>
          <a:xfrm>
            <a:off x="204443" y="6365950"/>
            <a:ext cx="61247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dirty="0" err="1">
                <a:effectLst/>
                <a:latin typeface="Aptos" panose="020B0004020202020204" pitchFamily="34" charset="0"/>
              </a:rPr>
              <a:t>normalization_factor_sampleB</a:t>
            </a:r>
            <a:r>
              <a:rPr lang="en-GB" sz="1600" b="0" i="0" u="none" strike="noStrike" dirty="0">
                <a:effectLst/>
                <a:latin typeface="Aptos" panose="020B0004020202020204" pitchFamily="34" charset="0"/>
              </a:rPr>
              <a:t> &lt;- </a:t>
            </a:r>
            <a:r>
              <a:rPr lang="en-GB" sz="1600" b="1" i="0" u="none" strike="noStrike" dirty="0">
                <a:effectLst/>
                <a:latin typeface="Aptos" panose="020B0004020202020204" pitchFamily="34" charset="0"/>
              </a:rPr>
              <a:t>median</a:t>
            </a:r>
            <a:r>
              <a:rPr lang="en-GB" sz="1600" b="0" i="0" u="none" strike="noStrike" dirty="0">
                <a:effectLst/>
                <a:latin typeface="Aptos" panose="020B0004020202020204" pitchFamily="34" charset="0"/>
              </a:rPr>
              <a:t>(c(0.78, 0.77))</a:t>
            </a:r>
            <a:endParaRPr lang="en-DK" sz="1600" dirty="0"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A56F20-1EAC-A438-3036-D899BA2256CB}"/>
              </a:ext>
            </a:extLst>
          </p:cNvPr>
          <p:cNvSpPr txBox="1"/>
          <p:nvPr/>
        </p:nvSpPr>
        <p:spPr>
          <a:xfrm>
            <a:off x="7680268" y="1132952"/>
            <a:ext cx="4511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4. Calculate the normalized count values using the size factor</a:t>
            </a:r>
            <a:endParaRPr lang="en-DK" b="1" dirty="0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0C3BC2-C0C0-60DC-5C34-20D314FCB1DC}"/>
              </a:ext>
            </a:extLst>
          </p:cNvPr>
          <p:cNvSpPr txBox="1"/>
          <p:nvPr/>
        </p:nvSpPr>
        <p:spPr>
          <a:xfrm>
            <a:off x="8087337" y="1786146"/>
            <a:ext cx="3424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dirty="0" err="1">
                <a:latin typeface="Open Sans" panose="020B0606030504020204" pitchFamily="34" charset="0"/>
              </a:rPr>
              <a:t>s</a:t>
            </a:r>
            <a:r>
              <a:rPr lang="en-GB" sz="1600" b="0" i="0" u="none" strike="noStrike" dirty="0" err="1">
                <a:effectLst/>
                <a:latin typeface="Open Sans" panose="020B0606030504020204" pitchFamily="34" charset="0"/>
              </a:rPr>
              <a:t>ampleA</a:t>
            </a:r>
            <a:r>
              <a:rPr lang="en-GB" sz="1600" b="0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en-GB" sz="1600" b="1" i="0" u="none" strike="noStrike" dirty="0">
                <a:effectLst/>
                <a:latin typeface="Open Sans" panose="020B0606030504020204" pitchFamily="34" charset="0"/>
              </a:rPr>
              <a:t>median ratio </a:t>
            </a:r>
            <a:r>
              <a:rPr lang="en-GB" sz="1600" i="0" u="none" strike="noStrike" dirty="0">
                <a:effectLst/>
                <a:latin typeface="Open Sans" panose="020B0606030504020204" pitchFamily="34" charset="0"/>
              </a:rPr>
              <a:t>~</a:t>
            </a:r>
            <a:r>
              <a:rPr lang="en-GB" sz="1600" b="0" i="0" u="none" strike="noStrike" dirty="0">
                <a:effectLst/>
                <a:latin typeface="Open Sans" panose="020B0606030504020204" pitchFamily="34" charset="0"/>
              </a:rPr>
              <a:t> 1.3</a:t>
            </a:r>
          </a:p>
          <a:p>
            <a:pPr algn="l"/>
            <a:r>
              <a:rPr lang="en-GB" sz="1600" dirty="0" err="1">
                <a:latin typeface="Open Sans" panose="020B0606030504020204" pitchFamily="34" charset="0"/>
              </a:rPr>
              <a:t>s</a:t>
            </a:r>
            <a:r>
              <a:rPr lang="en-GB" sz="1600" b="0" i="0" u="none" strike="noStrike" dirty="0" err="1">
                <a:effectLst/>
                <a:latin typeface="Open Sans" panose="020B0606030504020204" pitchFamily="34" charset="0"/>
              </a:rPr>
              <a:t>ampleB</a:t>
            </a:r>
            <a:r>
              <a:rPr lang="en-GB" sz="1600" b="0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en-GB" sz="1600" b="1" i="0" u="none" strike="noStrike" dirty="0">
                <a:effectLst/>
                <a:latin typeface="Open Sans" panose="020B0606030504020204" pitchFamily="34" charset="0"/>
              </a:rPr>
              <a:t>median ratio </a:t>
            </a:r>
            <a:r>
              <a:rPr lang="en-GB" sz="1600" b="0" i="0" u="none" strike="noStrike" dirty="0">
                <a:effectLst/>
                <a:latin typeface="Open Sans" panose="020B0606030504020204" pitchFamily="34" charset="0"/>
              </a:rPr>
              <a:t>~ 0.77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3BC6323-804B-A085-3894-13962833C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237" y="2418038"/>
            <a:ext cx="2598530" cy="14479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E288C22-7E44-8E17-712D-90B019524A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0595"/>
          <a:stretch/>
        </p:blipFill>
        <p:spPr>
          <a:xfrm>
            <a:off x="7910443" y="4135400"/>
            <a:ext cx="4143513" cy="1465148"/>
          </a:xfrm>
          <a:prstGeom prst="rect">
            <a:avLst/>
          </a:prstGeom>
          <a:ln w="44450">
            <a:solidFill>
              <a:schemeClr val="accent6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3EB2F0-79C9-C0E6-4DFC-6AC3DAF41FF8}"/>
              </a:ext>
            </a:extLst>
          </p:cNvPr>
          <p:cNvSpPr txBox="1"/>
          <p:nvPr/>
        </p:nvSpPr>
        <p:spPr>
          <a:xfrm>
            <a:off x="7771928" y="6427113"/>
            <a:ext cx="35012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100" dirty="0"/>
              <a:t>Adapted from </a:t>
            </a:r>
            <a:r>
              <a:rPr lang="en-GB" sz="1100" dirty="0">
                <a:hlinkClick r:id="rId7"/>
              </a:rPr>
              <a:t>github link</a:t>
            </a:r>
            <a:r>
              <a:rPr lang="en-GB" sz="1100" dirty="0"/>
              <a:t> </a:t>
            </a:r>
          </a:p>
          <a:p>
            <a:r>
              <a:rPr lang="en-GB" sz="1100" dirty="0"/>
              <a:t>Original ref: </a:t>
            </a:r>
            <a:r>
              <a:rPr lang="en-GB" sz="1100" b="0" i="0" u="none" strike="noStrike" dirty="0">
                <a:solidFill>
                  <a:srgbClr val="333333"/>
                </a:solidFill>
                <a:effectLst/>
                <a:latin typeface="-apple-system"/>
                <a:hlinkClick r:id="rId8"/>
              </a:rPr>
              <a:t>https://doi.org/10.1186/gb-2010-11-10-r106</a:t>
            </a:r>
            <a:endParaRPr lang="en-DK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CD6EE2-38F0-9A6C-BF16-78E604B20D93}"/>
              </a:ext>
            </a:extLst>
          </p:cNvPr>
          <p:cNvSpPr txBox="1"/>
          <p:nvPr/>
        </p:nvSpPr>
        <p:spPr>
          <a:xfrm>
            <a:off x="7679398" y="5671311"/>
            <a:ext cx="4605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600" dirty="0"/>
              <a:t>Usually not performed “manually” as DESeq2 calculates it internally but we have to tell DESeq2 to do it</a:t>
            </a:r>
          </a:p>
        </p:txBody>
      </p:sp>
    </p:spTree>
    <p:extLst>
      <p:ext uri="{BB962C8B-B14F-4D97-AF65-F5344CB8AC3E}">
        <p14:creationId xmlns:p14="http://schemas.microsoft.com/office/powerpoint/2010/main" val="32974974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271A-D84D-2FD0-A0E2-9334896D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750D-4960-0784-D52D-15A1D42B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871200" cy="1325563"/>
          </a:xfrm>
        </p:spPr>
        <p:txBody>
          <a:bodyPr/>
          <a:lstStyle/>
          <a:p>
            <a:r>
              <a:rPr lang="en-DK" dirty="0"/>
              <a:t>Functional analysis for biological 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952BA-8D8F-60E7-9C2A-3900D2FAB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40</a:t>
            </a:fld>
            <a:endParaRPr lang="en-DK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2A03054-D54E-E198-D7CC-3A51F362FCE8}"/>
              </a:ext>
            </a:extLst>
          </p:cNvPr>
          <p:cNvSpPr txBox="1">
            <a:spLocks/>
          </p:cNvSpPr>
          <p:nvPr/>
        </p:nvSpPr>
        <p:spPr>
          <a:xfrm>
            <a:off x="463619" y="1104345"/>
            <a:ext cx="11448849" cy="15107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K" sz="2000" b="1" dirty="0"/>
              <a:t>Enrichment analysis</a:t>
            </a:r>
          </a:p>
          <a:p>
            <a:pPr lvl="1"/>
            <a:r>
              <a:rPr lang="en-DK" sz="1800" dirty="0"/>
              <a:t>Knowledge-based approach for biological interpretration of omics data, e.g. RNAseq results</a:t>
            </a:r>
          </a:p>
          <a:p>
            <a:pPr lvl="1"/>
            <a:r>
              <a:rPr lang="en-DK" sz="1800" b="1" dirty="0"/>
              <a:t>Goal:</a:t>
            </a:r>
            <a:r>
              <a:rPr lang="en-DK" sz="1800" dirty="0"/>
              <a:t> find biological terms (curated gene sets for biological processes) that are enriched in the data for biological interpretation (no single-gene interpretation)</a:t>
            </a:r>
          </a:p>
          <a:p>
            <a:pPr lvl="1"/>
            <a:r>
              <a:rPr lang="en-DK" sz="1800" dirty="0"/>
              <a:t>Biological term/pathway lists are obtained from KEGG, GO etc or can be manually curated (often .gmt files)</a:t>
            </a:r>
          </a:p>
          <a:p>
            <a:pPr lvl="1"/>
            <a:r>
              <a:rPr lang="en-DK" sz="1800" dirty="0"/>
              <a:t>Different types of enrichment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4133E0-81D5-D55B-93C5-2A6E824752C1}"/>
              </a:ext>
            </a:extLst>
          </p:cNvPr>
          <p:cNvSpPr txBox="1"/>
          <p:nvPr/>
        </p:nvSpPr>
        <p:spPr>
          <a:xfrm>
            <a:off x="4898425" y="2628737"/>
            <a:ext cx="22015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DK" dirty="0"/>
              <a:t>Enrichment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E62564-E68E-C1A5-E381-9BFAD42EB85C}"/>
              </a:ext>
            </a:extLst>
          </p:cNvPr>
          <p:cNvSpPr txBox="1"/>
          <p:nvPr/>
        </p:nvSpPr>
        <p:spPr>
          <a:xfrm>
            <a:off x="1970083" y="3336979"/>
            <a:ext cx="366863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DK" dirty="0"/>
              <a:t>Over-representation analysis (ORA)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FF2B9-D9E1-3F4C-F63D-1654E27230BA}"/>
              </a:ext>
            </a:extLst>
          </p:cNvPr>
          <p:cNvSpPr txBox="1"/>
          <p:nvPr/>
        </p:nvSpPr>
        <p:spPr>
          <a:xfrm>
            <a:off x="6401738" y="3336979"/>
            <a:ext cx="3870227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DK" dirty="0"/>
              <a:t>Gene set enrichment analysis (GSEA)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462B62-7A35-7248-BD5C-812070E17624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3804400" y="2998069"/>
            <a:ext cx="2194775" cy="33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BC70D1-5A71-E490-D5D3-013B0CD57076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5999175" y="2998069"/>
            <a:ext cx="2337677" cy="33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D33B23E-A601-EC51-AAEF-1C25002157D3}"/>
              </a:ext>
            </a:extLst>
          </p:cNvPr>
          <p:cNvSpPr txBox="1"/>
          <p:nvPr/>
        </p:nvSpPr>
        <p:spPr>
          <a:xfrm>
            <a:off x="2543409" y="4025655"/>
            <a:ext cx="252197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DK" dirty="0"/>
              <a:t>Pre-filtered list of genes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07A8A9-4655-3EB6-1B7E-DE6793253E30}"/>
              </a:ext>
            </a:extLst>
          </p:cNvPr>
          <p:cNvSpPr txBox="1"/>
          <p:nvPr/>
        </p:nvSpPr>
        <p:spPr>
          <a:xfrm>
            <a:off x="7783198" y="4025496"/>
            <a:ext cx="1079078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DK" dirty="0"/>
              <a:t>All genes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E15FB3-9437-0362-E03B-D22A3A2495EA}"/>
              </a:ext>
            </a:extLst>
          </p:cNvPr>
          <p:cNvSpPr txBox="1"/>
          <p:nvPr/>
        </p:nvSpPr>
        <p:spPr>
          <a:xfrm>
            <a:off x="897145" y="4850246"/>
            <a:ext cx="1050321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DK" dirty="0"/>
              <a:t>Curated sets of genes (e.g. pathways from databases like KEGG)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557E11-2FA0-DD65-9FBD-E025F368E0DE}"/>
              </a:ext>
            </a:extLst>
          </p:cNvPr>
          <p:cNvSpPr txBox="1"/>
          <p:nvPr/>
        </p:nvSpPr>
        <p:spPr>
          <a:xfrm>
            <a:off x="897144" y="5677085"/>
            <a:ext cx="10456655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DK" b="1" dirty="0"/>
              <a:t>Interpretable finding</a:t>
            </a:r>
          </a:p>
          <a:p>
            <a:pPr algn="ctr"/>
            <a:r>
              <a:rPr lang="en-DK" dirty="0"/>
              <a:t>Biological processes (e.g. pathways) enriched in the data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BEBF311-5E54-3D8B-EF83-91F1401B643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804395" y="4394987"/>
            <a:ext cx="0" cy="455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A25BF41-0090-F6BC-56A9-353747ABAF0C}"/>
              </a:ext>
            </a:extLst>
          </p:cNvPr>
          <p:cNvCxnSpPr>
            <a:cxnSpLocks/>
          </p:cNvCxnSpPr>
          <p:nvPr/>
        </p:nvCxnSpPr>
        <p:spPr>
          <a:xfrm flipH="1">
            <a:off x="8322737" y="4406957"/>
            <a:ext cx="1" cy="443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B02AADB-AD4B-271C-5C3A-836271B7F6A7}"/>
              </a:ext>
            </a:extLst>
          </p:cNvPr>
          <p:cNvSpPr txBox="1"/>
          <p:nvPr/>
        </p:nvSpPr>
        <p:spPr>
          <a:xfrm>
            <a:off x="3783780" y="4456253"/>
            <a:ext cx="1209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makes</a:t>
            </a:r>
            <a:r>
              <a:rPr lang="da-DK" sz="1400" dirty="0"/>
              <a:t> </a:t>
            </a:r>
            <a:r>
              <a:rPr lang="da-DK" sz="1400" dirty="0" err="1"/>
              <a:t>use</a:t>
            </a:r>
            <a:r>
              <a:rPr lang="da-DK" sz="1400" dirty="0"/>
              <a:t> of</a:t>
            </a:r>
            <a:endParaRPr lang="en-DK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EFD3AD-0DE0-D447-7117-8F45BEDFB463}"/>
              </a:ext>
            </a:extLst>
          </p:cNvPr>
          <p:cNvSpPr txBox="1"/>
          <p:nvPr/>
        </p:nvSpPr>
        <p:spPr>
          <a:xfrm>
            <a:off x="8322737" y="4456253"/>
            <a:ext cx="1209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makes</a:t>
            </a:r>
            <a:r>
              <a:rPr lang="da-DK" sz="1400" dirty="0"/>
              <a:t> </a:t>
            </a:r>
            <a:r>
              <a:rPr lang="da-DK" sz="1400" dirty="0" err="1"/>
              <a:t>use</a:t>
            </a:r>
            <a:r>
              <a:rPr lang="da-DK" sz="1400" dirty="0"/>
              <a:t> of</a:t>
            </a:r>
            <a:endParaRPr lang="en-DK" sz="1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A5A57F-18B5-0DDC-DE12-05E334C9A44D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flipH="1">
            <a:off x="3804395" y="3706311"/>
            <a:ext cx="5" cy="319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7CC07E9-631A-A2B0-C17F-3814A70C6DE8}"/>
              </a:ext>
            </a:extLst>
          </p:cNvPr>
          <p:cNvSpPr txBox="1"/>
          <p:nvPr/>
        </p:nvSpPr>
        <p:spPr>
          <a:xfrm>
            <a:off x="3783780" y="3695654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uses</a:t>
            </a:r>
            <a:endParaRPr lang="en-DK" sz="14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6BD3139-7220-EF1A-3FA7-720AD58E40F1}"/>
              </a:ext>
            </a:extLst>
          </p:cNvPr>
          <p:cNvCxnSpPr>
            <a:cxnSpLocks/>
          </p:cNvCxnSpPr>
          <p:nvPr/>
        </p:nvCxnSpPr>
        <p:spPr>
          <a:xfrm flipH="1">
            <a:off x="8336550" y="3711199"/>
            <a:ext cx="5" cy="319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A2E743B-4FA0-2BF4-E0F2-730C8B429A02}"/>
              </a:ext>
            </a:extLst>
          </p:cNvPr>
          <p:cNvSpPr txBox="1"/>
          <p:nvPr/>
        </p:nvSpPr>
        <p:spPr>
          <a:xfrm>
            <a:off x="8315935" y="3700542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uses</a:t>
            </a:r>
            <a:endParaRPr lang="en-DK" sz="1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C0F30FA-DB58-63A1-E90A-7E153101F247}"/>
              </a:ext>
            </a:extLst>
          </p:cNvPr>
          <p:cNvCxnSpPr>
            <a:cxnSpLocks/>
          </p:cNvCxnSpPr>
          <p:nvPr/>
        </p:nvCxnSpPr>
        <p:spPr>
          <a:xfrm flipH="1">
            <a:off x="3783779" y="5231707"/>
            <a:ext cx="1" cy="443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F3F2E1-2FFB-9678-281A-8A1FC9271EFB}"/>
              </a:ext>
            </a:extLst>
          </p:cNvPr>
          <p:cNvCxnSpPr>
            <a:cxnSpLocks/>
          </p:cNvCxnSpPr>
          <p:nvPr/>
        </p:nvCxnSpPr>
        <p:spPr>
          <a:xfrm flipH="1">
            <a:off x="8336550" y="5231707"/>
            <a:ext cx="1" cy="443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ADDDED-3B1C-1C30-9C18-E523E10B8CFA}"/>
              </a:ext>
            </a:extLst>
          </p:cNvPr>
          <p:cNvSpPr txBox="1"/>
          <p:nvPr/>
        </p:nvSpPr>
        <p:spPr>
          <a:xfrm>
            <a:off x="3804395" y="5253359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yields</a:t>
            </a:r>
            <a:endParaRPr lang="en-DK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51B797-5D89-AA05-1B60-39AB3F3DEED0}"/>
              </a:ext>
            </a:extLst>
          </p:cNvPr>
          <p:cNvSpPr txBox="1"/>
          <p:nvPr/>
        </p:nvSpPr>
        <p:spPr>
          <a:xfrm>
            <a:off x="8336550" y="5288164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/>
              <a:t>yields</a:t>
            </a:r>
            <a:endParaRPr lang="en-DK" sz="1400" dirty="0"/>
          </a:p>
        </p:txBody>
      </p:sp>
    </p:spTree>
    <p:extLst>
      <p:ext uri="{BB962C8B-B14F-4D97-AF65-F5344CB8AC3E}">
        <p14:creationId xmlns:p14="http://schemas.microsoft.com/office/powerpoint/2010/main" val="8869009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B2E0-4030-0033-C6D3-19832129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6DFDE-CD39-1120-F462-3DADE9DD2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50" y="1253331"/>
            <a:ext cx="11448849" cy="523220"/>
          </a:xfrm>
        </p:spPr>
        <p:txBody>
          <a:bodyPr/>
          <a:lstStyle/>
          <a:p>
            <a:r>
              <a:rPr lang="en-DK" sz="2000" b="1" dirty="0"/>
              <a:t>Gene-set enrichment analysis (GSEA) </a:t>
            </a:r>
            <a:r>
              <a:rPr lang="en-DK" sz="2000" dirty="0"/>
              <a:t>–</a:t>
            </a:r>
            <a:r>
              <a:rPr lang="en-DK" sz="2000" b="1" dirty="0"/>
              <a:t> </a:t>
            </a:r>
            <a:r>
              <a:rPr lang="en-DK" sz="2000" u="sng" dirty="0"/>
              <a:t>all genes </a:t>
            </a:r>
            <a:r>
              <a:rPr lang="en-DK" sz="2000" dirty="0"/>
              <a:t>ranked by fold-change and p-value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F93DD-B902-60F0-AEFB-FC804F17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871200" cy="1325563"/>
          </a:xfrm>
        </p:spPr>
        <p:txBody>
          <a:bodyPr/>
          <a:lstStyle/>
          <a:p>
            <a:r>
              <a:rPr lang="en-DK" dirty="0"/>
              <a:t>Functional analysis for biological 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214AF-E89C-163F-9764-90117C17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41</a:t>
            </a:fld>
            <a:endParaRPr lang="en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3B754-5A7D-31CD-B54F-B63D982930E2}"/>
              </a:ext>
            </a:extLst>
          </p:cNvPr>
          <p:cNvSpPr txBox="1"/>
          <p:nvPr/>
        </p:nvSpPr>
        <p:spPr>
          <a:xfrm>
            <a:off x="6340539" y="6459865"/>
            <a:ext cx="41949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1100" dirty="0">
                <a:hlinkClick r:id="rId3"/>
              </a:rPr>
              <a:t>https://www.pnas.org/doi/10.1073/pnas.0506580102</a:t>
            </a:r>
            <a:r>
              <a:rPr lang="en-DK" sz="11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5C220-6716-0707-1360-6EF673E5EFB9}"/>
              </a:ext>
            </a:extLst>
          </p:cNvPr>
          <p:cNvSpPr txBox="1"/>
          <p:nvPr/>
        </p:nvSpPr>
        <p:spPr>
          <a:xfrm>
            <a:off x="324050" y="6400412"/>
            <a:ext cx="3019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hlinkClick r:id="rId4"/>
              </a:rPr>
              <a:t>Modified from available illustrations</a:t>
            </a:r>
            <a:r>
              <a:rPr lang="en-DK" sz="1200" dirty="0"/>
              <a:t>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DC0869-6A8F-E144-8488-4F56009ECC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291"/>
          <a:stretch/>
        </p:blipFill>
        <p:spPr bwMode="auto">
          <a:xfrm>
            <a:off x="1669091" y="2535206"/>
            <a:ext cx="4976258" cy="364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7518552-543F-ECD8-9C69-B98E6F52C6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11" t="12977"/>
          <a:stretch/>
        </p:blipFill>
        <p:spPr bwMode="auto">
          <a:xfrm>
            <a:off x="6751671" y="2578894"/>
            <a:ext cx="5065811" cy="382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5E63E9-4E68-0B65-E2A7-64E94827859B}"/>
              </a:ext>
            </a:extLst>
          </p:cNvPr>
          <p:cNvSpPr txBox="1"/>
          <p:nvPr/>
        </p:nvSpPr>
        <p:spPr>
          <a:xfrm>
            <a:off x="1554791" y="2051597"/>
            <a:ext cx="3062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K" sz="1400" dirty="0"/>
              <a:t>List of </a:t>
            </a:r>
            <a:r>
              <a:rPr lang="en-DK" sz="1400" b="1" u="sng" dirty="0"/>
              <a:t>all</a:t>
            </a:r>
            <a:r>
              <a:rPr lang="en-DK" sz="1400" dirty="0"/>
              <a:t> genes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B2F25D-6D3B-07DD-E59C-335362D39334}"/>
              </a:ext>
            </a:extLst>
          </p:cNvPr>
          <p:cNvSpPr txBox="1"/>
          <p:nvPr/>
        </p:nvSpPr>
        <p:spPr>
          <a:xfrm>
            <a:off x="6340539" y="2102473"/>
            <a:ext cx="3062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K" sz="1400" dirty="0"/>
              <a:t>Ranked list of genes</a:t>
            </a:r>
          </a:p>
        </p:txBody>
      </p:sp>
    </p:spTree>
    <p:extLst>
      <p:ext uri="{BB962C8B-B14F-4D97-AF65-F5344CB8AC3E}">
        <p14:creationId xmlns:p14="http://schemas.microsoft.com/office/powerpoint/2010/main" val="15595405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0AEB5-4D51-986B-41A2-AFB0A59C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540E-D327-5C37-8648-96018850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871200" cy="1325563"/>
          </a:xfrm>
        </p:spPr>
        <p:txBody>
          <a:bodyPr/>
          <a:lstStyle/>
          <a:p>
            <a:r>
              <a:rPr lang="en-DK" dirty="0"/>
              <a:t>Functional analysis for biological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33976-FEFC-9C55-82EB-F21E44A18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71" y="1253331"/>
            <a:ext cx="11448849" cy="523220"/>
          </a:xfrm>
        </p:spPr>
        <p:txBody>
          <a:bodyPr>
            <a:normAutofit fontScale="92500" lnSpcReduction="20000"/>
          </a:bodyPr>
          <a:lstStyle/>
          <a:p>
            <a:r>
              <a:rPr lang="en-DK" sz="2000" b="1" dirty="0"/>
              <a:t>Gene-set enrichment analysis (GSEA) </a:t>
            </a:r>
            <a:r>
              <a:rPr lang="en-DK" sz="2000" dirty="0"/>
              <a:t>– Which biological processes are enriched at the top and at the bottom of the ranked gene list?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697F2-C8FB-F345-64C4-2F434BB2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42</a:t>
            </a:fld>
            <a:endParaRPr lang="en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C822A-2F1C-D82D-D56C-6B8CE3F30C5E}"/>
              </a:ext>
            </a:extLst>
          </p:cNvPr>
          <p:cNvSpPr txBox="1"/>
          <p:nvPr/>
        </p:nvSpPr>
        <p:spPr>
          <a:xfrm>
            <a:off x="-445169" y="6538912"/>
            <a:ext cx="41949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1100" dirty="0">
                <a:hlinkClick r:id="rId3"/>
              </a:rPr>
              <a:t>https://www.pnas.org/doi/10.1073/pnas.0506580102</a:t>
            </a:r>
            <a:r>
              <a:rPr lang="en-DK" sz="11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909E8-F673-D8A3-82E2-EA3B73979692}"/>
              </a:ext>
            </a:extLst>
          </p:cNvPr>
          <p:cNvSpPr txBox="1"/>
          <p:nvPr/>
        </p:nvSpPr>
        <p:spPr>
          <a:xfrm>
            <a:off x="0" y="6261913"/>
            <a:ext cx="3019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hlinkClick r:id="rId4"/>
              </a:rPr>
              <a:t>Modified from available illustrations</a:t>
            </a:r>
            <a:r>
              <a:rPr lang="en-DK" sz="1200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183A2-240E-C121-6289-7CAAAA300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17713"/>
            <a:ext cx="5920933" cy="3333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8FAA31-AD1F-8579-8911-5ACB400EAE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8603" y="2390841"/>
            <a:ext cx="1646537" cy="25303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AF33E9-9D49-3AA2-ABE2-E8B1B8B443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492"/>
          <a:stretch/>
        </p:blipFill>
        <p:spPr>
          <a:xfrm>
            <a:off x="8188119" y="2390841"/>
            <a:ext cx="1616149" cy="2451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00AA36-6628-0E95-DD98-9B2B21EC6F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4861" y="2408607"/>
            <a:ext cx="1564196" cy="24519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8732AD-2741-DED3-F8C0-BC9FBDB7345E}"/>
              </a:ext>
            </a:extLst>
          </p:cNvPr>
          <p:cNvSpPr txBox="1"/>
          <p:nvPr/>
        </p:nvSpPr>
        <p:spPr>
          <a:xfrm>
            <a:off x="6260807" y="2077254"/>
            <a:ext cx="1407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/>
              <a:t>Up-regulated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41550D-8DD9-5A7B-FD3F-9589C181A53A}"/>
              </a:ext>
            </a:extLst>
          </p:cNvPr>
          <p:cNvSpPr txBox="1"/>
          <p:nvPr/>
        </p:nvSpPr>
        <p:spPr>
          <a:xfrm>
            <a:off x="6334053" y="1716389"/>
            <a:ext cx="5324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K" dirty="0"/>
              <a:t>Result will show genes and biological terms that are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B9960F-8D75-7DEF-71D8-12E1B75F1AEC}"/>
              </a:ext>
            </a:extLst>
          </p:cNvPr>
          <p:cNvSpPr txBox="1"/>
          <p:nvPr/>
        </p:nvSpPr>
        <p:spPr>
          <a:xfrm>
            <a:off x="8156567" y="2069229"/>
            <a:ext cx="1680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/>
              <a:t>Down-regulated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C9F51E-EC15-8E9C-8952-CC6C082F6A21}"/>
              </a:ext>
            </a:extLst>
          </p:cNvPr>
          <p:cNvSpPr txBox="1"/>
          <p:nvPr/>
        </p:nvSpPr>
        <p:spPr>
          <a:xfrm>
            <a:off x="10408055" y="2068647"/>
            <a:ext cx="1393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K" sz="1600" b="1" dirty="0"/>
              <a:t>Not enriched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48F98-A394-823E-5272-999BB52893BC}"/>
              </a:ext>
            </a:extLst>
          </p:cNvPr>
          <p:cNvSpPr txBox="1"/>
          <p:nvPr/>
        </p:nvSpPr>
        <p:spPr>
          <a:xfrm>
            <a:off x="6220034" y="4985628"/>
            <a:ext cx="55523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600" b="1" dirty="0"/>
              <a:t>Statistical metrics:</a:t>
            </a:r>
          </a:p>
          <a:p>
            <a:pPr marL="285750" indent="-285750">
              <a:buFontTx/>
              <a:buChar char="-"/>
            </a:pPr>
            <a:r>
              <a:rPr lang="en-DK" sz="1600" dirty="0"/>
              <a:t>Einrichment score (ES) of a biological term represents the running sum when walking down the list </a:t>
            </a:r>
          </a:p>
          <a:p>
            <a:pPr marL="285750" indent="-285750">
              <a:buFontTx/>
              <a:buChar char="-"/>
            </a:pPr>
            <a:r>
              <a:rPr lang="en-DK" sz="1600" dirty="0"/>
              <a:t>Normalised enrichment score (NES): ES is normalised to to make biological terms with different number of genes comparable</a:t>
            </a:r>
          </a:p>
          <a:p>
            <a:pPr marL="285750" indent="-285750">
              <a:buFontTx/>
              <a:buChar char="-"/>
            </a:pPr>
            <a:r>
              <a:rPr lang="en-GB" sz="1600" dirty="0"/>
              <a:t>p-</a:t>
            </a:r>
            <a:r>
              <a:rPr lang="en-DK" sz="1600" dirty="0"/>
              <a:t>value from permutations (adjusted)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129BA9-2D90-3C25-DAA9-0D306BEF443E}"/>
              </a:ext>
            </a:extLst>
          </p:cNvPr>
          <p:cNvSpPr txBox="1"/>
          <p:nvPr/>
        </p:nvSpPr>
        <p:spPr>
          <a:xfrm>
            <a:off x="-631065" y="1725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54962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A40EF-1EC6-FD94-53C0-C2495E999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D7430-BB52-C110-852B-4593F1F65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871200" cy="1325563"/>
          </a:xfrm>
        </p:spPr>
        <p:txBody>
          <a:bodyPr/>
          <a:lstStyle/>
          <a:p>
            <a:r>
              <a:rPr lang="en-DK" dirty="0"/>
              <a:t>Functional analysis for biological 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86013-1F48-AE8A-B662-C6BEC303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43</a:t>
            </a:fld>
            <a:endParaRPr lang="en-DK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6B460F-4421-DA16-F3E1-D41A736B8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756533"/>
              </p:ext>
            </p:extLst>
          </p:nvPr>
        </p:nvGraphicFramePr>
        <p:xfrm>
          <a:off x="311916" y="1841500"/>
          <a:ext cx="11211339" cy="341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1456">
                  <a:extLst>
                    <a:ext uri="{9D8B030D-6E8A-4147-A177-3AD203B41FA5}">
                      <a16:colId xmlns:a16="http://schemas.microsoft.com/office/drawing/2014/main" val="3070762883"/>
                    </a:ext>
                  </a:extLst>
                </a:gridCol>
                <a:gridCol w="4306957">
                  <a:extLst>
                    <a:ext uri="{9D8B030D-6E8A-4147-A177-3AD203B41FA5}">
                      <a16:colId xmlns:a16="http://schemas.microsoft.com/office/drawing/2014/main" val="2533357938"/>
                    </a:ext>
                  </a:extLst>
                </a:gridCol>
                <a:gridCol w="4232926">
                  <a:extLst>
                    <a:ext uri="{9D8B030D-6E8A-4147-A177-3AD203B41FA5}">
                      <a16:colId xmlns:a16="http://schemas.microsoft.com/office/drawing/2014/main" val="136646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K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Over-representation analysis (ORA)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Gene set enrichment analysis (GSEA)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281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 dirty="0"/>
                        <a:t>Input gene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u="sng" dirty="0"/>
                        <a:t>F</a:t>
                      </a:r>
                      <a:r>
                        <a:rPr lang="en-DK" sz="1600" u="sng" dirty="0"/>
                        <a:t>iltered list,</a:t>
                      </a:r>
                      <a:r>
                        <a:rPr lang="en-DK" sz="1600" u="none" dirty="0"/>
                        <a:t> </a:t>
                      </a:r>
                      <a:r>
                        <a:rPr lang="en-DK" sz="1600" dirty="0"/>
                        <a:t>e.g. p</a:t>
                      </a:r>
                      <a:r>
                        <a:rPr lang="en-DK" sz="1600" baseline="-25000" dirty="0"/>
                        <a:t>adj</a:t>
                      </a:r>
                      <a:r>
                        <a:rPr lang="en-DK" sz="1600" dirty="0"/>
                        <a:t>&lt;0.05 and log2FC&gt;|1|</a:t>
                      </a:r>
                    </a:p>
                    <a:p>
                      <a:r>
                        <a:rPr lang="en-DK" sz="1600" dirty="0">
                          <a:sym typeface="Wingdings" pitchFamily="2" charset="2"/>
                        </a:rPr>
                        <a:t> </a:t>
                      </a:r>
                      <a:r>
                        <a:rPr lang="en-GB" sz="1600" dirty="0">
                          <a:sym typeface="Wingdings" pitchFamily="2" charset="2"/>
                        </a:rPr>
                        <a:t>G</a:t>
                      </a:r>
                      <a:r>
                        <a:rPr lang="en-DK" sz="1600" dirty="0">
                          <a:sym typeface="Wingdings" pitchFamily="2" charset="2"/>
                        </a:rPr>
                        <a:t>enes not passing the thresholds will be missed</a:t>
                      </a:r>
                      <a:endParaRPr lang="en-D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u="sng" dirty="0"/>
                        <a:t>E</a:t>
                      </a:r>
                      <a:r>
                        <a:rPr lang="en-DK" sz="1600" u="sng" dirty="0"/>
                        <a:t>ntire gene list ranked</a:t>
                      </a:r>
                      <a:r>
                        <a:rPr lang="en-DK" sz="1600" dirty="0"/>
                        <a:t> by fold-change (with sign) and/or p</a:t>
                      </a:r>
                      <a:r>
                        <a:rPr lang="en-DK" sz="1600" baseline="-25000" dirty="0"/>
                        <a:t>adj</a:t>
                      </a:r>
                    </a:p>
                    <a:p>
                      <a:r>
                        <a:rPr lang="en-DK" sz="1600" dirty="0">
                          <a:sym typeface="Wingdings" pitchFamily="2" charset="2"/>
                        </a:rPr>
                        <a:t> </a:t>
                      </a:r>
                      <a:r>
                        <a:rPr lang="en-GB" sz="1600" dirty="0">
                          <a:sym typeface="Wingdings" pitchFamily="2" charset="2"/>
                        </a:rPr>
                        <a:t>N</a:t>
                      </a:r>
                      <a:r>
                        <a:rPr lang="en-DK" sz="1600" dirty="0">
                          <a:sym typeface="Wingdings" pitchFamily="2" charset="2"/>
                        </a:rPr>
                        <a:t>o pre-filtering of genes is an advantage</a:t>
                      </a:r>
                      <a:endParaRPr lang="en-D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348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 dirty="0"/>
                        <a:t>Separation of up- and down-regulated 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</a:t>
                      </a:r>
                      <a:r>
                        <a:rPr lang="en-DK" sz="1600" dirty="0"/>
                        <a:t>an be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956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Core </a:t>
                      </a:r>
                      <a:r>
                        <a:rPr lang="en-DK" sz="1600">
                          <a:solidFill>
                            <a:schemeClr val="tx1"/>
                          </a:solidFill>
                        </a:rPr>
                        <a:t>statistical result and tests used</a:t>
                      </a:r>
                      <a:endParaRPr lang="en-DK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Typically an a</a:t>
                      </a:r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djusted p value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K" sz="1600" dirty="0">
                          <a:solidFill>
                            <a:schemeClr val="tx1"/>
                          </a:solidFill>
                        </a:rPr>
                        <a:t>Fisher’s exact test (one-sided), hypergeometric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Normalized enrichment score (NES) and adjusted p value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Modified Kolmogorov-Smirnov and permutation test</a:t>
                      </a:r>
                      <a:endParaRPr lang="en-DK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18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 dirty="0"/>
                        <a:t>Software packages (selection)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</a:t>
                      </a:r>
                      <a:r>
                        <a:rPr lang="en-DK" sz="1600" dirty="0"/>
                        <a:t>ulea, g:profiler, Enrichr, clusterProfiler, GSEApy (via Enrichr)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f</a:t>
                      </a:r>
                      <a:r>
                        <a:rPr lang="en-DK" sz="1600" dirty="0"/>
                        <a:t>gsea, clusterProfiler, GSEApy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62322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F91B70-FC73-3DF0-94D3-323974041965}"/>
              </a:ext>
            </a:extLst>
          </p:cNvPr>
          <p:cNvSpPr txBox="1"/>
          <p:nvPr/>
        </p:nvSpPr>
        <p:spPr>
          <a:xfrm>
            <a:off x="311916" y="1159152"/>
            <a:ext cx="622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sz="1800" b="1" dirty="0"/>
              <a:t>Enrichment analysis – details and summary</a:t>
            </a:r>
          </a:p>
        </p:txBody>
      </p:sp>
    </p:spTree>
    <p:extLst>
      <p:ext uri="{BB962C8B-B14F-4D97-AF65-F5344CB8AC3E}">
        <p14:creationId xmlns:p14="http://schemas.microsoft.com/office/powerpoint/2010/main" val="1865699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39ACE-2A95-C548-7DCB-B20146DDD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642D-65C4-286E-6A50-4186A919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DK" dirty="0"/>
              <a:t>RNAseq data analysis hands-on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27ED8-8D8A-61A9-E9F5-8050B930E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2" y="1548535"/>
            <a:ext cx="10515600" cy="4351338"/>
          </a:xfrm>
        </p:spPr>
        <p:txBody>
          <a:bodyPr/>
          <a:lstStyle/>
          <a:p>
            <a:r>
              <a:rPr lang="en-DK" dirty="0"/>
              <a:t>R scripts in codspace (Juliana)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76D3B-446B-682D-03AA-DA7611397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44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39626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141F-B49C-10DD-017D-7A4A4E8E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DK" dirty="0"/>
              <a:t>Wrap up and final 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791EA-7569-CB21-8F31-3B5771D8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0FCCD-B178-D947-AE7B-B702548B7D06}" type="slidenum">
              <a:rPr lang="en-DK" smtClean="0"/>
              <a:t>45</a:t>
            </a:fld>
            <a:endParaRPr lang="en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B0456-7B6E-7D1C-AE86-AD7E2148D5E4}"/>
              </a:ext>
            </a:extLst>
          </p:cNvPr>
          <p:cNvSpPr txBox="1"/>
          <p:nvPr/>
        </p:nvSpPr>
        <p:spPr>
          <a:xfrm>
            <a:off x="341753" y="1244374"/>
            <a:ext cx="10196253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2000" b="1" dirty="0"/>
              <a:t>Thanks for attending!</a:t>
            </a:r>
          </a:p>
          <a:p>
            <a:endParaRPr lang="en-DK" sz="2000" dirty="0"/>
          </a:p>
          <a:p>
            <a:r>
              <a:rPr lang="en-DK" sz="2000" dirty="0"/>
              <a:t>Feel free to contact us for help in RNAseq or other omics processing and analyses projects!</a:t>
            </a:r>
          </a:p>
          <a:p>
            <a:endParaRPr lang="en-DK" sz="2000" dirty="0"/>
          </a:p>
          <a:p>
            <a:endParaRPr lang="en-DK" sz="2000" dirty="0"/>
          </a:p>
          <a:p>
            <a:endParaRPr lang="en-DK" sz="2000" dirty="0"/>
          </a:p>
          <a:p>
            <a:r>
              <a:rPr lang="en-DK" sz="2000" b="1" dirty="0"/>
              <a:t>Data Science Platform at DTU Biosustain</a:t>
            </a:r>
            <a:endParaRPr lang="en-DK" sz="2000" dirty="0"/>
          </a:p>
          <a:p>
            <a:r>
              <a:rPr lang="en-DK" sz="2000" dirty="0"/>
              <a:t>Albert Pallej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à Caro</a:t>
            </a:r>
            <a:r>
              <a:rPr lang="en-DK" sz="2000" dirty="0"/>
              <a:t>: </a:t>
            </a:r>
            <a:r>
              <a:rPr lang="en-GB" sz="2000" dirty="0">
                <a:hlinkClick r:id="rId2"/>
              </a:rPr>
              <a:t>apca@dtu.dk</a:t>
            </a:r>
            <a:endParaRPr lang="en-GB" sz="2000" dirty="0"/>
          </a:p>
          <a:p>
            <a:r>
              <a:rPr lang="en-GB" sz="2000" dirty="0"/>
              <a:t>Juliana Assis: </a:t>
            </a:r>
            <a:r>
              <a:rPr lang="en-GB" sz="2000" dirty="0">
                <a:hlinkClick r:id="rId3"/>
              </a:rPr>
              <a:t>jasge@dtu.dk</a:t>
            </a:r>
            <a:endParaRPr lang="en-GB" sz="2000" dirty="0"/>
          </a:p>
          <a:p>
            <a:r>
              <a:rPr lang="en-GB" sz="2000" dirty="0" err="1"/>
              <a:t>Edir</a:t>
            </a:r>
            <a:r>
              <a:rPr lang="en-GB" sz="2000" dirty="0"/>
              <a:t> Sebastian Vidal Castro: </a:t>
            </a:r>
            <a:r>
              <a:rPr lang="en-GB" sz="2000" dirty="0">
                <a:hlinkClick r:id="rId4"/>
              </a:rPr>
              <a:t>s243564@student.dtu.dk</a:t>
            </a:r>
            <a:r>
              <a:rPr lang="en-GB" sz="2000" dirty="0"/>
              <a:t> </a:t>
            </a:r>
          </a:p>
          <a:p>
            <a:r>
              <a:rPr lang="en-GB" sz="2000" dirty="0"/>
              <a:t>Sebastian Schulz: </a:t>
            </a:r>
            <a:r>
              <a:rPr lang="en-GB" sz="2000" dirty="0">
                <a:hlinkClick r:id="rId5"/>
              </a:rPr>
              <a:t>sebschu@dtu.dk</a:t>
            </a:r>
            <a:endParaRPr lang="en-GB" sz="2000" dirty="0"/>
          </a:p>
          <a:p>
            <a:endParaRPr lang="en-DK" sz="2000" dirty="0"/>
          </a:p>
          <a:p>
            <a:endParaRPr lang="en-DK" sz="2000" dirty="0"/>
          </a:p>
        </p:txBody>
      </p:sp>
    </p:spTree>
    <p:extLst>
      <p:ext uri="{BB962C8B-B14F-4D97-AF65-F5344CB8AC3E}">
        <p14:creationId xmlns:p14="http://schemas.microsoft.com/office/powerpoint/2010/main" val="30235398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0772F9-F0FC-4258-943A-483E60A348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GB" dirty="0">
              <a:latin typeface="Arial"/>
              <a:ea typeface="ＭＳ Ｐゴシック" pitchFamily="-80" charset="-12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fld id="{103EA872-A674-449B-A120-B97244F8E91D}" type="slidenum">
              <a:rPr lang="en-GB">
                <a:solidFill>
                  <a:srgbClr val="FFFFFF"/>
                </a:solidFill>
                <a:latin typeface="Arial"/>
                <a:ea typeface="ＭＳ Ｐゴシック" pitchFamily="-80" charset="-128"/>
              </a:rPr>
              <a:pPr fontAlgn="base">
                <a:spcBef>
                  <a:spcPct val="50000"/>
                </a:spcBef>
                <a:spcAft>
                  <a:spcPct val="0"/>
                </a:spcAft>
              </a:pPr>
              <a:t>46</a:t>
            </a:fld>
            <a:endParaRPr lang="en-GB" dirty="0">
              <a:solidFill>
                <a:srgbClr val="FFFFFF"/>
              </a:solidFill>
              <a:latin typeface="Arial"/>
              <a:ea typeface="ＭＳ Ｐゴシック" pitchFamily="-80" charset="-128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C09CCC-A97B-8E26-8DCE-A190B312BC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3472" y="3047760"/>
            <a:ext cx="9359276" cy="1317345"/>
          </a:xfrm>
          <a:prstGeom prst="rect">
            <a:avLst/>
          </a:prstGeom>
        </p:spPr>
      </p:pic>
    </p:spTree>
    <p:custDataLst>
      <p:custData r:id="rId1"/>
      <p:custData r:id="rId2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olid header">
  <a:themeElements>
    <a:clrScheme name="Custom 4">
      <a:dk1>
        <a:srgbClr val="000000"/>
      </a:dk1>
      <a:lt1>
        <a:srgbClr val="FFFFFF"/>
      </a:lt1>
      <a:dk2>
        <a:srgbClr val="1FD082"/>
      </a:dk2>
      <a:lt2>
        <a:srgbClr val="171748"/>
      </a:lt2>
      <a:accent1>
        <a:srgbClr val="990000"/>
      </a:accent1>
      <a:accent2>
        <a:srgbClr val="2F3EEA"/>
      </a:accent2>
      <a:accent3>
        <a:srgbClr val="79238E"/>
      </a:accent3>
      <a:accent4>
        <a:srgbClr val="1FD082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4"/>
        </a:solidFill>
        <a:ln w="9525" cap="flat" cmpd="sng" algn="ctr">
          <a:solidFill>
            <a:schemeClr val="accent4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 DTU Template.potx" id="{DCBB0D47-5BC6-435C-9126-D3D343B0B928}" vid="{2DC669D5-2566-4482-AB47-A5699F5A435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SlideTemplateConfiguration><![CDATA[{"documentContentValidatorConfiguration":{"enableDocumentContentValidator":false,"documentContentValidatorVersion":0},"elementsMetadata":[],"slideId":"636957681584817741","enableDocumentContentUpdater":true,"version":"1.2"}]]></TemplafySlideTemplateConfiguration>
</file>

<file path=customXml/item2.xml><?xml version="1.0" encoding="utf-8"?>
<TemplafySlideTemplateConfiguration><![CDATA[{"documentContentValidatorConfiguration":{"enableDocumentContentValidator":false,"documentContentValidatorVersion":0},"elementsMetadata":[],"slideId":"636957681585013765","enableDocumentContentUpdater":true,"version":"1.2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documentContentValidatorConfiguration":{"enableDocumentContentValidator":false,"documentContentValidatorVersion":0},"elementsMetadata":[],"slideId":"636957681585013765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DDCB1B4C-5E98-EE40-AE81-18F9DFF3300C}">
  <ds:schemaRefs/>
</ds:datastoreItem>
</file>

<file path=customXml/itemProps2.xml><?xml version="1.0" encoding="utf-8"?>
<ds:datastoreItem xmlns:ds="http://schemas.openxmlformats.org/officeDocument/2006/customXml" ds:itemID="{7C52E922-3520-F94B-8D52-26626FA19A47}">
  <ds:schemaRefs/>
</ds:datastoreItem>
</file>

<file path=customXml/itemProps3.xml><?xml version="1.0" encoding="utf-8"?>
<ds:datastoreItem xmlns:ds="http://schemas.openxmlformats.org/officeDocument/2006/customXml" ds:itemID="{7BCF8A2A-1456-0042-8333-402BC1309E9B}">
  <ds:schemaRefs/>
</ds:datastoreItem>
</file>

<file path=customXml/itemProps4.xml><?xml version="1.0" encoding="utf-8"?>
<ds:datastoreItem xmlns:ds="http://schemas.openxmlformats.org/officeDocument/2006/customXml" ds:itemID="{BB70210D-0ED9-9541-A75F-5C741EF71D66}">
  <ds:schemaRefs/>
</ds:datastoreItem>
</file>

<file path=customXml/itemProps5.xml><?xml version="1.0" encoding="utf-8"?>
<ds:datastoreItem xmlns:ds="http://schemas.openxmlformats.org/officeDocument/2006/customXml" ds:itemID="{45009A62-9B2D-BC4C-BCFE-5618AEC84B93}">
  <ds:schemaRefs/>
</ds:datastoreItem>
</file>

<file path=customXml/itemProps6.xml><?xml version="1.0" encoding="utf-8"?>
<ds:datastoreItem xmlns:ds="http://schemas.openxmlformats.org/officeDocument/2006/customXml" ds:itemID="{EA1E51B8-A51A-1F4E-923D-EAFB0BFA884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2183</TotalTime>
  <Words>4618</Words>
  <Application>Microsoft Macintosh PowerPoint</Application>
  <PresentationFormat>Widescreen</PresentationFormat>
  <Paragraphs>713</Paragraphs>
  <Slides>46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-apple-system</vt:lpstr>
      <vt:lpstr>Aptos</vt:lpstr>
      <vt:lpstr>Aptos Display</vt:lpstr>
      <vt:lpstr>Arial</vt:lpstr>
      <vt:lpstr>Lato</vt:lpstr>
      <vt:lpstr>Nunito</vt:lpstr>
      <vt:lpstr>Open Sans</vt:lpstr>
      <vt:lpstr>Verdana</vt:lpstr>
      <vt:lpstr>Wingdings</vt:lpstr>
      <vt:lpstr>Office Theme</vt:lpstr>
      <vt:lpstr>Solid header</vt:lpstr>
      <vt:lpstr>The Novo Nordisk Foundation Biotechnology Research Institute for the Green Transition, DTU</vt:lpstr>
      <vt:lpstr>PowerPoint Presentation</vt:lpstr>
      <vt:lpstr>Agenda – 9.00-16.30</vt:lpstr>
      <vt:lpstr>Create the codespace </vt:lpstr>
      <vt:lpstr>Course overview and your questions</vt:lpstr>
      <vt:lpstr>Studying the transcriptome</vt:lpstr>
      <vt:lpstr>Eukaryotic and prokaryotic gene structure</vt:lpstr>
      <vt:lpstr>Eukaryotic gene expression</vt:lpstr>
      <vt:lpstr>Prokayotic gene expression</vt:lpstr>
      <vt:lpstr>Transcriptome analysis using RNA sequencing (RNAseq)</vt:lpstr>
      <vt:lpstr>Illumina sequencing technology – RNAseq</vt:lpstr>
      <vt:lpstr>Illumina sequencing technology – RNAseq</vt:lpstr>
      <vt:lpstr>Illumina sequencing technology</vt:lpstr>
      <vt:lpstr>Illumina sequencing technology – Paired-end sequencing</vt:lpstr>
      <vt:lpstr>Major steps and goals in RNAseq</vt:lpstr>
      <vt:lpstr>Bioinformatics for Illumina short read data</vt:lpstr>
      <vt:lpstr>1. Data processing – pipelining with nextflow</vt:lpstr>
      <vt:lpstr>1. Data processing – nf-core</vt:lpstr>
      <vt:lpstr>1. Data processing – nf-core/rnaseq pipeline</vt:lpstr>
      <vt:lpstr>1. Data processing – nf-core/rnaseq pipeline</vt:lpstr>
      <vt:lpstr>1. Data processing input– sequencing files (.fastq)</vt:lpstr>
      <vt:lpstr>1. Data processing input – genome sequence file (.fasta, .fna)</vt:lpstr>
      <vt:lpstr>1. Data processing input – annotation file (.gtf)</vt:lpstr>
      <vt:lpstr>1. Data processing – Quality control with FastQC</vt:lpstr>
      <vt:lpstr>1. Data processing - Read alignment with Bowtie2 or STAR</vt:lpstr>
      <vt:lpstr>1. Data processing - Read quantification with Salmon</vt:lpstr>
      <vt:lpstr>Hands-on data analysis: case study background</vt:lpstr>
      <vt:lpstr>Hands-on data analysis: case study design</vt:lpstr>
      <vt:lpstr>Hands-on data processing with nf-core/rnaseq</vt:lpstr>
      <vt:lpstr>Lunch break</vt:lpstr>
      <vt:lpstr>1. Data processing – output files</vt:lpstr>
      <vt:lpstr>2. Post-processing data analysis </vt:lpstr>
      <vt:lpstr>Normalization methods</vt:lpstr>
      <vt:lpstr>Normalization methods</vt:lpstr>
      <vt:lpstr>Normalization methods – selection </vt:lpstr>
      <vt:lpstr>Differential gene expression analysis with DESeq2</vt:lpstr>
      <vt:lpstr>Differential gene expression analysis – data distribution</vt:lpstr>
      <vt:lpstr>Differential gene expression analysis – details of the DESeq2 model </vt:lpstr>
      <vt:lpstr>DESeq2 normalization – DESeqCounts (with size factors)</vt:lpstr>
      <vt:lpstr>Functional analysis for biological interpretation</vt:lpstr>
      <vt:lpstr>Functional analysis for biological interpretation</vt:lpstr>
      <vt:lpstr>Functional analysis for biological interpretation</vt:lpstr>
      <vt:lpstr>Functional analysis for biological interpretation</vt:lpstr>
      <vt:lpstr>RNAseq data analysis hands-on</vt:lpstr>
      <vt:lpstr>Wrap up and final Q&amp;A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Schulz</dc:creator>
  <cp:lastModifiedBy>Sebastian Schulz</cp:lastModifiedBy>
  <cp:revision>4</cp:revision>
  <dcterms:created xsi:type="dcterms:W3CDTF">2025-03-26T21:00:59Z</dcterms:created>
  <dcterms:modified xsi:type="dcterms:W3CDTF">2026-05-21T15:12:55Z</dcterms:modified>
</cp:coreProperties>
</file>